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D6C671-F793-4353-9602-8150258C9423}" v="98" dt="2025-12-12T18:04:15.3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xmikanth Oruganti" userId="e407518b2432f0f4" providerId="LiveId" clId="{3B37ADA5-B123-4402-AD3E-0A2D5EEB643F}"/>
    <pc:docChg chg="undo custSel addSld delSld modSld addMainMaster delMainMaster">
      <pc:chgData name="Laxmikanth Oruganti" userId="e407518b2432f0f4" providerId="LiveId" clId="{3B37ADA5-B123-4402-AD3E-0A2D5EEB643F}" dt="2025-12-12T18:04:15.412" v="759" actId="27636"/>
      <pc:docMkLst>
        <pc:docMk/>
      </pc:docMkLst>
      <pc:sldChg chg="addSp delSp modSp new mod setBg modClrScheme setClrOvrMap chgLayout">
        <pc:chgData name="Laxmikanth Oruganti" userId="e407518b2432f0f4" providerId="LiveId" clId="{3B37ADA5-B123-4402-AD3E-0A2D5EEB643F}" dt="2025-12-12T17:44:39.932" v="586" actId="20577"/>
        <pc:sldMkLst>
          <pc:docMk/>
          <pc:sldMk cId="1542716582" sldId="256"/>
        </pc:sldMkLst>
        <pc:spChg chg="mod">
          <ac:chgData name="Laxmikanth Oruganti" userId="e407518b2432f0f4" providerId="LiveId" clId="{3B37ADA5-B123-4402-AD3E-0A2D5EEB643F}" dt="2025-12-12T16:32:27.400" v="44" actId="20577"/>
          <ac:spMkLst>
            <pc:docMk/>
            <pc:sldMk cId="1542716582" sldId="256"/>
            <ac:spMk id="2" creationId="{40C79CCC-DCFA-859A-DCF3-330101CA4ADF}"/>
          </ac:spMkLst>
        </pc:spChg>
        <pc:spChg chg="mod">
          <ac:chgData name="Laxmikanth Oruganti" userId="e407518b2432f0f4" providerId="LiveId" clId="{3B37ADA5-B123-4402-AD3E-0A2D5EEB643F}" dt="2025-12-12T17:44:39.932" v="586" actId="20577"/>
          <ac:spMkLst>
            <pc:docMk/>
            <pc:sldMk cId="1542716582" sldId="256"/>
            <ac:spMk id="3" creationId="{4DCC2C75-6532-230B-328F-6C8B340511D5}"/>
          </ac:spMkLst>
        </pc:spChg>
        <pc:spChg chg="add del">
          <ac:chgData name="Laxmikanth Oruganti" userId="e407518b2432f0f4" providerId="LiveId" clId="{3B37ADA5-B123-4402-AD3E-0A2D5EEB643F}" dt="2025-12-12T03:34:54.009" v="32" actId="26606"/>
          <ac:spMkLst>
            <pc:docMk/>
            <pc:sldMk cId="1542716582" sldId="256"/>
            <ac:spMk id="9" creationId="{33E93247-6229-44AB-A550-739E971E690B}"/>
          </ac:spMkLst>
        </pc:spChg>
        <pc:spChg chg="add del">
          <ac:chgData name="Laxmikanth Oruganti" userId="e407518b2432f0f4" providerId="LiveId" clId="{3B37ADA5-B123-4402-AD3E-0A2D5EEB643F}" dt="2025-12-12T03:34:54.009" v="32" actId="26606"/>
          <ac:spMkLst>
            <pc:docMk/>
            <pc:sldMk cId="1542716582" sldId="256"/>
            <ac:spMk id="11" creationId="{AAB476BF-4EE2-5243-CABB-6CC72C39BF52}"/>
          </ac:spMkLst>
        </pc:spChg>
        <pc:spChg chg="add del">
          <ac:chgData name="Laxmikanth Oruganti" userId="e407518b2432f0f4" providerId="LiveId" clId="{3B37ADA5-B123-4402-AD3E-0A2D5EEB643F}" dt="2025-12-12T03:34:54.009" v="32" actId="26606"/>
          <ac:spMkLst>
            <pc:docMk/>
            <pc:sldMk cId="1542716582" sldId="256"/>
            <ac:spMk id="13" creationId="{20D28EA4-6F96-F7C6-1D07-5BA5C27387EC}"/>
          </ac:spMkLst>
        </pc:spChg>
        <pc:spChg chg="add del">
          <ac:chgData name="Laxmikanth Oruganti" userId="e407518b2432f0f4" providerId="LiveId" clId="{3B37ADA5-B123-4402-AD3E-0A2D5EEB643F}" dt="2025-12-12T03:34:54.009" v="32" actId="26606"/>
          <ac:spMkLst>
            <pc:docMk/>
            <pc:sldMk cId="1542716582" sldId="256"/>
            <ac:spMk id="15" creationId="{FDFF93C5-0576-D227-80A7-4CFBA8791AE4}"/>
          </ac:spMkLst>
        </pc:spChg>
        <pc:spChg chg="add del">
          <ac:chgData name="Laxmikanth Oruganti" userId="e407518b2432f0f4" providerId="LiveId" clId="{3B37ADA5-B123-4402-AD3E-0A2D5EEB643F}" dt="2025-12-12T03:34:59.709" v="34" actId="26606"/>
          <ac:spMkLst>
            <pc:docMk/>
            <pc:sldMk cId="1542716582" sldId="256"/>
            <ac:spMk id="17" creationId="{5E8D3B17-7638-DFD3-18E4-8A6D611749CF}"/>
          </ac:spMkLst>
        </pc:spChg>
        <pc:spChg chg="add">
          <ac:chgData name="Laxmikanth Oruganti" userId="e407518b2432f0f4" providerId="LiveId" clId="{3B37ADA5-B123-4402-AD3E-0A2D5EEB643F}" dt="2025-12-12T03:35:02.371" v="37" actId="26606"/>
          <ac:spMkLst>
            <pc:docMk/>
            <pc:sldMk cId="1542716582" sldId="256"/>
            <ac:spMk id="26" creationId="{C7F2E4D6-EF46-1C43-8F3E-3620C3C83F36}"/>
          </ac:spMkLst>
        </pc:spChg>
        <pc:spChg chg="add del">
          <ac:chgData name="Laxmikanth Oruganti" userId="e407518b2432f0f4" providerId="LiveId" clId="{3B37ADA5-B123-4402-AD3E-0A2D5EEB643F}" dt="2025-12-12T03:35:02.327" v="36" actId="26606"/>
          <ac:spMkLst>
            <pc:docMk/>
            <pc:sldMk cId="1542716582" sldId="256"/>
            <ac:spMk id="42" creationId="{63BAC6E0-ADAC-40FB-AF53-88FA5F83738C}"/>
          </ac:spMkLst>
        </pc:spChg>
        <pc:spChg chg="add del">
          <ac:chgData name="Laxmikanth Oruganti" userId="e407518b2432f0f4" providerId="LiveId" clId="{3B37ADA5-B123-4402-AD3E-0A2D5EEB643F}" dt="2025-12-12T03:35:02.327" v="36" actId="26606"/>
          <ac:spMkLst>
            <pc:docMk/>
            <pc:sldMk cId="1542716582" sldId="256"/>
            <ac:spMk id="44" creationId="{1C582B07-D0F0-4B6B-A5D9-D2F192CB3A4E}"/>
          </ac:spMkLst>
        </pc:spChg>
        <pc:spChg chg="add del">
          <ac:chgData name="Laxmikanth Oruganti" userId="e407518b2432f0f4" providerId="LiveId" clId="{3B37ADA5-B123-4402-AD3E-0A2D5EEB643F}" dt="2025-12-12T03:35:02.327" v="36" actId="26606"/>
          <ac:spMkLst>
            <pc:docMk/>
            <pc:sldMk cId="1542716582" sldId="256"/>
            <ac:spMk id="79" creationId="{BEAC0A80-07D3-49CB-87C3-BC34F219DFF7}"/>
          </ac:spMkLst>
        </pc:spChg>
        <pc:grpChg chg="add">
          <ac:chgData name="Laxmikanth Oruganti" userId="e407518b2432f0f4" providerId="LiveId" clId="{3B37ADA5-B123-4402-AD3E-0A2D5EEB643F}" dt="2025-12-12T03:35:02.371" v="37" actId="26606"/>
          <ac:grpSpMkLst>
            <pc:docMk/>
            <pc:sldMk cId="1542716582" sldId="256"/>
            <ac:grpSpMk id="28" creationId="{7A00BDF4-7643-A942-A588-F24E4E09AADE}"/>
          </ac:grpSpMkLst>
        </pc:grpChg>
        <pc:grpChg chg="add del">
          <ac:chgData name="Laxmikanth Oruganti" userId="e407518b2432f0f4" providerId="LiveId" clId="{3B37ADA5-B123-4402-AD3E-0A2D5EEB643F}" dt="2025-12-12T03:35:02.327" v="36" actId="26606"/>
          <ac:grpSpMkLst>
            <pc:docMk/>
            <pc:sldMk cId="1542716582" sldId="256"/>
            <ac:grpSpMk id="41" creationId="{BDF0D99C-5D42-41C6-A50C-C4E2D6B2A36E}"/>
          </ac:grpSpMkLst>
        </pc:grpChg>
        <pc:grpChg chg="add del">
          <ac:chgData name="Laxmikanth Oruganti" userId="e407518b2432f0f4" providerId="LiveId" clId="{3B37ADA5-B123-4402-AD3E-0A2D5EEB643F}" dt="2025-12-12T03:35:02.327" v="36" actId="26606"/>
          <ac:grpSpMkLst>
            <pc:docMk/>
            <pc:sldMk cId="1542716582" sldId="256"/>
            <ac:grpSpMk id="46" creationId="{4D431671-5191-4947-8899-E90505A70426}"/>
          </ac:grpSpMkLst>
        </pc:grpChg>
        <pc:grpChg chg="add">
          <ac:chgData name="Laxmikanth Oruganti" userId="e407518b2432f0f4" providerId="LiveId" clId="{3B37ADA5-B123-4402-AD3E-0A2D5EEB643F}" dt="2025-12-12T03:35:02.371" v="37" actId="26606"/>
          <ac:grpSpMkLst>
            <pc:docMk/>
            <pc:sldMk cId="1542716582" sldId="256"/>
            <ac:grpSpMk id="84" creationId="{F0CAFDA3-320A-C24D-A7A1-20C1267EC987}"/>
          </ac:grpSpMkLst>
        </pc:grpChg>
        <pc:picChg chg="add del">
          <ac:chgData name="Laxmikanth Oruganti" userId="e407518b2432f0f4" providerId="LiveId" clId="{3B37ADA5-B123-4402-AD3E-0A2D5EEB643F}" dt="2025-12-12T03:34:54.009" v="32" actId="26606"/>
          <ac:picMkLst>
            <pc:docMk/>
            <pc:sldMk cId="1542716582" sldId="256"/>
            <ac:picMk id="4" creationId="{1ABBF112-DB13-3D9A-4D76-FA6D81185899}"/>
          </ac:picMkLst>
        </pc:picChg>
        <pc:picChg chg="add del">
          <ac:chgData name="Laxmikanth Oruganti" userId="e407518b2432f0f4" providerId="LiveId" clId="{3B37ADA5-B123-4402-AD3E-0A2D5EEB643F}" dt="2025-12-12T03:34:59.709" v="34" actId="26606"/>
          <ac:picMkLst>
            <pc:docMk/>
            <pc:sldMk cId="1542716582" sldId="256"/>
            <ac:picMk id="18" creationId="{BD22FD54-F2DE-898B-52FA-67072537B6C8}"/>
          </ac:picMkLst>
        </pc:picChg>
        <pc:picChg chg="add del">
          <ac:chgData name="Laxmikanth Oruganti" userId="e407518b2432f0f4" providerId="LiveId" clId="{3B37ADA5-B123-4402-AD3E-0A2D5EEB643F}" dt="2025-12-12T03:35:02.327" v="36" actId="26606"/>
          <ac:picMkLst>
            <pc:docMk/>
            <pc:sldMk cId="1542716582" sldId="256"/>
            <ac:picMk id="82" creationId="{F259C621-79B8-8B97-6A25-1529108C6988}"/>
          </ac:picMkLst>
        </pc:picChg>
        <pc:picChg chg="add">
          <ac:chgData name="Laxmikanth Oruganti" userId="e407518b2432f0f4" providerId="LiveId" clId="{3B37ADA5-B123-4402-AD3E-0A2D5EEB643F}" dt="2025-12-12T03:35:02.371" v="37" actId="26606"/>
          <ac:picMkLst>
            <pc:docMk/>
            <pc:sldMk cId="1542716582" sldId="256"/>
            <ac:picMk id="90" creationId="{59A1F9F0-5F1E-45C1-071D-1AEC4C42CD41}"/>
          </ac:picMkLst>
        </pc:picChg>
        <pc:cxnChg chg="add">
          <ac:chgData name="Laxmikanth Oruganti" userId="e407518b2432f0f4" providerId="LiveId" clId="{3B37ADA5-B123-4402-AD3E-0A2D5EEB643F}" dt="2025-12-12T03:35:02.371" v="37" actId="26606"/>
          <ac:cxnSpMkLst>
            <pc:docMk/>
            <pc:sldMk cId="1542716582" sldId="256"/>
            <ac:cxnSpMk id="24" creationId="{8231D73A-BA91-794F-8C09-4F4B41A6D08B}"/>
          </ac:cxnSpMkLst>
        </pc:cxnChg>
        <pc:cxnChg chg="add">
          <ac:chgData name="Laxmikanth Oruganti" userId="e407518b2432f0f4" providerId="LiveId" clId="{3B37ADA5-B123-4402-AD3E-0A2D5EEB643F}" dt="2025-12-12T03:35:02.371" v="37" actId="26606"/>
          <ac:cxnSpMkLst>
            <pc:docMk/>
            <pc:sldMk cId="1542716582" sldId="256"/>
            <ac:cxnSpMk id="34" creationId="{BF3CF3DF-4809-5B42-9F22-981391379297}"/>
          </ac:cxnSpMkLst>
        </pc:cxnChg>
      </pc:sldChg>
      <pc:sldChg chg="addSp delSp modSp new mod setBg">
        <pc:chgData name="Laxmikanth Oruganti" userId="e407518b2432f0f4" providerId="LiveId" clId="{3B37ADA5-B123-4402-AD3E-0A2D5EEB643F}" dt="2025-12-12T17:57:32.521" v="757" actId="255"/>
        <pc:sldMkLst>
          <pc:docMk/>
          <pc:sldMk cId="545950338" sldId="257"/>
        </pc:sldMkLst>
        <pc:spChg chg="mod">
          <ac:chgData name="Laxmikanth Oruganti" userId="e407518b2432f0f4" providerId="LiveId" clId="{3B37ADA5-B123-4402-AD3E-0A2D5EEB643F}" dt="2025-12-12T16:37:38.006" v="80" actId="255"/>
          <ac:spMkLst>
            <pc:docMk/>
            <pc:sldMk cId="545950338" sldId="257"/>
            <ac:spMk id="2" creationId="{D525DD2F-042C-BA1E-7279-832B93CB2468}"/>
          </ac:spMkLst>
        </pc:spChg>
        <pc:spChg chg="del mod">
          <ac:chgData name="Laxmikanth Oruganti" userId="e407518b2432f0f4" providerId="LiveId" clId="{3B37ADA5-B123-4402-AD3E-0A2D5EEB643F}" dt="2025-12-12T16:33:03.973" v="48"/>
          <ac:spMkLst>
            <pc:docMk/>
            <pc:sldMk cId="545950338" sldId="257"/>
            <ac:spMk id="3" creationId="{95E9DFED-9941-06E0-6DB2-8A71C406453A}"/>
          </ac:spMkLst>
        </pc:spChg>
        <pc:spChg chg="add mod">
          <ac:chgData name="Laxmikanth Oruganti" userId="e407518b2432f0f4" providerId="LiveId" clId="{3B37ADA5-B123-4402-AD3E-0A2D5EEB643F}" dt="2025-12-12T17:57:32.521" v="757" actId="255"/>
          <ac:spMkLst>
            <pc:docMk/>
            <pc:sldMk cId="545950338" sldId="257"/>
            <ac:spMk id="4" creationId="{55D41111-E6F5-2A15-BB0F-A35FE1CD3FF2}"/>
          </ac:spMkLst>
        </pc:spChg>
        <pc:spChg chg="add del">
          <ac:chgData name="Laxmikanth Oruganti" userId="e407518b2432f0f4" providerId="LiveId" clId="{3B37ADA5-B123-4402-AD3E-0A2D5EEB643F}" dt="2025-12-12T16:35:38.133" v="70" actId="26606"/>
          <ac:spMkLst>
            <pc:docMk/>
            <pc:sldMk cId="545950338" sldId="257"/>
            <ac:spMk id="11" creationId="{4EFE82FE-7465-AE46-88DF-34D347E83B84}"/>
          </ac:spMkLst>
        </pc:spChg>
        <pc:spChg chg="add del">
          <ac:chgData name="Laxmikanth Oruganti" userId="e407518b2432f0f4" providerId="LiveId" clId="{3B37ADA5-B123-4402-AD3E-0A2D5EEB643F}" dt="2025-12-12T16:35:55.249" v="74" actId="26606"/>
          <ac:spMkLst>
            <pc:docMk/>
            <pc:sldMk cId="545950338" sldId="257"/>
            <ac:spMk id="21" creationId="{4EFE82FE-7465-AE46-88DF-34D347E83B84}"/>
          </ac:spMkLst>
        </pc:spChg>
        <pc:spChg chg="add">
          <ac:chgData name="Laxmikanth Oruganti" userId="e407518b2432f0f4" providerId="LiveId" clId="{3B37ADA5-B123-4402-AD3E-0A2D5EEB643F}" dt="2025-12-12T16:35:55.249" v="74" actId="26606"/>
          <ac:spMkLst>
            <pc:docMk/>
            <pc:sldMk cId="545950338" sldId="257"/>
            <ac:spMk id="33" creationId="{C7F2E4D6-EF46-1C43-8F3E-3620C3C83F36}"/>
          </ac:spMkLst>
        </pc:spChg>
        <pc:grpChg chg="add del">
          <ac:chgData name="Laxmikanth Oruganti" userId="e407518b2432f0f4" providerId="LiveId" clId="{3B37ADA5-B123-4402-AD3E-0A2D5EEB643F}" dt="2025-12-12T16:35:38.133" v="70" actId="26606"/>
          <ac:grpSpMkLst>
            <pc:docMk/>
            <pc:sldMk cId="545950338" sldId="257"/>
            <ac:grpSpMk id="13" creationId="{1B5E71B3-7269-894E-A00B-31D341365FC9}"/>
          </ac:grpSpMkLst>
        </pc:grpChg>
        <pc:grpChg chg="add del">
          <ac:chgData name="Laxmikanth Oruganti" userId="e407518b2432f0f4" providerId="LiveId" clId="{3B37ADA5-B123-4402-AD3E-0A2D5EEB643F}" dt="2025-12-12T16:35:55.249" v="74" actId="26606"/>
          <ac:grpSpMkLst>
            <pc:docMk/>
            <pc:sldMk cId="545950338" sldId="257"/>
            <ac:grpSpMk id="22" creationId="{1B5E71B3-7269-894E-A00B-31D341365FC9}"/>
          </ac:grpSpMkLst>
        </pc:grpChg>
        <pc:grpChg chg="add">
          <ac:chgData name="Laxmikanth Oruganti" userId="e407518b2432f0f4" providerId="LiveId" clId="{3B37ADA5-B123-4402-AD3E-0A2D5EEB643F}" dt="2025-12-12T16:35:55.249" v="74" actId="26606"/>
          <ac:grpSpMkLst>
            <pc:docMk/>
            <pc:sldMk cId="545950338" sldId="257"/>
            <ac:grpSpMk id="35" creationId="{97620302-BEE8-1447-8324-5F4178AA169B}"/>
          </ac:grpSpMkLst>
        </pc:grpChg>
        <pc:picChg chg="add del">
          <ac:chgData name="Laxmikanth Oruganti" userId="e407518b2432f0f4" providerId="LiveId" clId="{3B37ADA5-B123-4402-AD3E-0A2D5EEB643F}" dt="2025-12-12T16:35:38.133" v="70" actId="26606"/>
          <ac:picMkLst>
            <pc:docMk/>
            <pc:sldMk cId="545950338" sldId="257"/>
            <ac:picMk id="8" creationId="{A9023129-6109-43C7-CC70-45CEAD0F1CEF}"/>
          </ac:picMkLst>
        </pc:picChg>
        <pc:picChg chg="add mod">
          <ac:chgData name="Laxmikanth Oruganti" userId="e407518b2432f0f4" providerId="LiveId" clId="{3B37ADA5-B123-4402-AD3E-0A2D5EEB643F}" dt="2025-12-12T16:35:55.249" v="74" actId="26606"/>
          <ac:picMkLst>
            <pc:docMk/>
            <pc:sldMk cId="545950338" sldId="257"/>
            <ac:picMk id="28" creationId="{024603FC-2A9A-E9FC-CA9F-B2460A7EE729}"/>
          </ac:picMkLst>
        </pc:picChg>
        <pc:cxnChg chg="add del">
          <ac:chgData name="Laxmikanth Oruganti" userId="e407518b2432f0f4" providerId="LiveId" clId="{3B37ADA5-B123-4402-AD3E-0A2D5EEB643F}" dt="2025-12-12T16:35:38.133" v="70" actId="26606"/>
          <ac:cxnSpMkLst>
            <pc:docMk/>
            <pc:sldMk cId="545950338" sldId="257"/>
            <ac:cxnSpMk id="19" creationId="{A0A01F17-907D-3541-BBAF-A33828880DCE}"/>
          </ac:cxnSpMkLst>
        </pc:cxnChg>
        <pc:cxnChg chg="add del">
          <ac:chgData name="Laxmikanth Oruganti" userId="e407518b2432f0f4" providerId="LiveId" clId="{3B37ADA5-B123-4402-AD3E-0A2D5EEB643F}" dt="2025-12-12T16:35:55.249" v="74" actId="26606"/>
          <ac:cxnSpMkLst>
            <pc:docMk/>
            <pc:sldMk cId="545950338" sldId="257"/>
            <ac:cxnSpMk id="27" creationId="{EEA70831-9A8D-3B4D-8EA5-EE32F93E94E9}"/>
          </ac:cxnSpMkLst>
        </pc:cxnChg>
        <pc:cxnChg chg="add">
          <ac:chgData name="Laxmikanth Oruganti" userId="e407518b2432f0f4" providerId="LiveId" clId="{3B37ADA5-B123-4402-AD3E-0A2D5EEB643F}" dt="2025-12-12T16:35:55.249" v="74" actId="26606"/>
          <ac:cxnSpMkLst>
            <pc:docMk/>
            <pc:sldMk cId="545950338" sldId="257"/>
            <ac:cxnSpMk id="41" creationId="{68C50EA3-7CF1-9542-A21D-5B3EBACC5009}"/>
          </ac:cxnSpMkLst>
        </pc:cxnChg>
      </pc:sldChg>
      <pc:sldChg chg="addSp delSp modSp new mod setBg">
        <pc:chgData name="Laxmikanth Oruganti" userId="e407518b2432f0f4" providerId="LiveId" clId="{3B37ADA5-B123-4402-AD3E-0A2D5EEB643F}" dt="2025-12-12T17:38:04.259" v="546" actId="27636"/>
        <pc:sldMkLst>
          <pc:docMk/>
          <pc:sldMk cId="3376795298" sldId="258"/>
        </pc:sldMkLst>
        <pc:spChg chg="mod">
          <ac:chgData name="Laxmikanth Oruganti" userId="e407518b2432f0f4" providerId="LiveId" clId="{3B37ADA5-B123-4402-AD3E-0A2D5EEB643F}" dt="2025-12-12T17:00:07.274" v="153" actId="26606"/>
          <ac:spMkLst>
            <pc:docMk/>
            <pc:sldMk cId="3376795298" sldId="258"/>
            <ac:spMk id="2" creationId="{FEA59D17-C086-984E-2FCC-D9089B07A334}"/>
          </ac:spMkLst>
        </pc:spChg>
        <pc:spChg chg="add del mod">
          <ac:chgData name="Laxmikanth Oruganti" userId="e407518b2432f0f4" providerId="LiveId" clId="{3B37ADA5-B123-4402-AD3E-0A2D5EEB643F}" dt="2025-12-12T17:38:04.259" v="546" actId="27636"/>
          <ac:spMkLst>
            <pc:docMk/>
            <pc:sldMk cId="3376795298" sldId="258"/>
            <ac:spMk id="3" creationId="{01317D47-C84B-FF1C-56F4-FC5754EF64F7}"/>
          </ac:spMkLst>
        </pc:spChg>
        <pc:spChg chg="add mod">
          <ac:chgData name="Laxmikanth Oruganti" userId="e407518b2432f0f4" providerId="LiveId" clId="{3B37ADA5-B123-4402-AD3E-0A2D5EEB643F}" dt="2025-12-12T16:38:40.910" v="109"/>
          <ac:spMkLst>
            <pc:docMk/>
            <pc:sldMk cId="3376795298" sldId="258"/>
            <ac:spMk id="4" creationId="{DD0FD3E3-1396-A21C-8B8E-85E7B847AA22}"/>
          </ac:spMkLst>
        </pc:spChg>
        <pc:spChg chg="add">
          <ac:chgData name="Laxmikanth Oruganti" userId="e407518b2432f0f4" providerId="LiveId" clId="{3B37ADA5-B123-4402-AD3E-0A2D5EEB643F}" dt="2025-12-12T16:39:16.085" v="116"/>
          <ac:spMkLst>
            <pc:docMk/>
            <pc:sldMk cId="3376795298" sldId="258"/>
            <ac:spMk id="5" creationId="{AD616593-A3B7-B508-FE81-06FA91EAC1F5}"/>
          </ac:spMkLst>
        </pc:spChg>
        <pc:spChg chg="add">
          <ac:chgData name="Laxmikanth Oruganti" userId="e407518b2432f0f4" providerId="LiveId" clId="{3B37ADA5-B123-4402-AD3E-0A2D5EEB643F}" dt="2025-12-12T16:39:20.150" v="117"/>
          <ac:spMkLst>
            <pc:docMk/>
            <pc:sldMk cId="3376795298" sldId="258"/>
            <ac:spMk id="6" creationId="{84CF53DD-FA4D-D151-6964-714A347B1786}"/>
          </ac:spMkLst>
        </pc:spChg>
        <pc:spChg chg="add">
          <ac:chgData name="Laxmikanth Oruganti" userId="e407518b2432f0f4" providerId="LiveId" clId="{3B37ADA5-B123-4402-AD3E-0A2D5EEB643F}" dt="2025-12-12T16:39:24.461" v="121"/>
          <ac:spMkLst>
            <pc:docMk/>
            <pc:sldMk cId="3376795298" sldId="258"/>
            <ac:spMk id="7" creationId="{268BD681-A68B-1F2D-DEBD-E799A7303D32}"/>
          </ac:spMkLst>
        </pc:spChg>
        <pc:spChg chg="add">
          <ac:chgData name="Laxmikanth Oruganti" userId="e407518b2432f0f4" providerId="LiveId" clId="{3B37ADA5-B123-4402-AD3E-0A2D5EEB643F}" dt="2025-12-12T17:00:07.274" v="153" actId="26606"/>
          <ac:spMkLst>
            <pc:docMk/>
            <pc:sldMk cId="3376795298" sldId="258"/>
            <ac:spMk id="10" creationId="{C7F2E4D6-EF46-1C43-8F3E-3620C3C83F36}"/>
          </ac:spMkLst>
        </pc:spChg>
        <pc:grpChg chg="add">
          <ac:chgData name="Laxmikanth Oruganti" userId="e407518b2432f0f4" providerId="LiveId" clId="{3B37ADA5-B123-4402-AD3E-0A2D5EEB643F}" dt="2025-12-12T17:00:07.274" v="153" actId="26606"/>
          <ac:grpSpMkLst>
            <pc:docMk/>
            <pc:sldMk cId="3376795298" sldId="258"/>
            <ac:grpSpMk id="12" creationId="{97620302-BEE8-1447-8324-5F4178AA169B}"/>
          </ac:grpSpMkLst>
        </pc:grpChg>
        <pc:picChg chg="add">
          <ac:chgData name="Laxmikanth Oruganti" userId="e407518b2432f0f4" providerId="LiveId" clId="{3B37ADA5-B123-4402-AD3E-0A2D5EEB643F}" dt="2025-12-12T17:00:07.274" v="153" actId="26606"/>
          <ac:picMkLst>
            <pc:docMk/>
            <pc:sldMk cId="3376795298" sldId="258"/>
            <ac:picMk id="8" creationId="{AE2DDB71-F985-3204-8B9C-B9A1A501AE1F}"/>
          </ac:picMkLst>
        </pc:picChg>
        <pc:cxnChg chg="add">
          <ac:chgData name="Laxmikanth Oruganti" userId="e407518b2432f0f4" providerId="LiveId" clId="{3B37ADA5-B123-4402-AD3E-0A2D5EEB643F}" dt="2025-12-12T17:00:07.274" v="153" actId="26606"/>
          <ac:cxnSpMkLst>
            <pc:docMk/>
            <pc:sldMk cId="3376795298" sldId="258"/>
            <ac:cxnSpMk id="18" creationId="{68C50EA3-7CF1-9542-A21D-5B3EBACC5009}"/>
          </ac:cxnSpMkLst>
        </pc:cxnChg>
      </pc:sldChg>
      <pc:sldChg chg="addSp delSp modSp new mod">
        <pc:chgData name="Laxmikanth Oruganti" userId="e407518b2432f0f4" providerId="LiveId" clId="{3B37ADA5-B123-4402-AD3E-0A2D5EEB643F}" dt="2025-12-12T17:38:59.658" v="553" actId="20577"/>
        <pc:sldMkLst>
          <pc:docMk/>
          <pc:sldMk cId="751278241" sldId="259"/>
        </pc:sldMkLst>
        <pc:spChg chg="mod">
          <ac:chgData name="Laxmikanth Oruganti" userId="e407518b2432f0f4" providerId="LiveId" clId="{3B37ADA5-B123-4402-AD3E-0A2D5EEB643F}" dt="2025-12-12T17:07:24.399" v="356" actId="14100"/>
          <ac:spMkLst>
            <pc:docMk/>
            <pc:sldMk cId="751278241" sldId="259"/>
            <ac:spMk id="2" creationId="{09051974-4C13-457E-31EB-59C8ECA52C6D}"/>
          </ac:spMkLst>
        </pc:spChg>
        <pc:spChg chg="mod">
          <ac:chgData name="Laxmikanth Oruganti" userId="e407518b2432f0f4" providerId="LiveId" clId="{3B37ADA5-B123-4402-AD3E-0A2D5EEB643F}" dt="2025-12-12T17:07:32.369" v="386" actId="1035"/>
          <ac:spMkLst>
            <pc:docMk/>
            <pc:sldMk cId="751278241" sldId="259"/>
            <ac:spMk id="3" creationId="{D04E2E81-B230-EDCF-DA44-A8712952D36D}"/>
          </ac:spMkLst>
        </pc:spChg>
        <pc:spChg chg="add del mod">
          <ac:chgData name="Laxmikanth Oruganti" userId="e407518b2432f0f4" providerId="LiveId" clId="{3B37ADA5-B123-4402-AD3E-0A2D5EEB643F}" dt="2025-12-12T17:05:16.178" v="342" actId="21"/>
          <ac:spMkLst>
            <pc:docMk/>
            <pc:sldMk cId="751278241" sldId="259"/>
            <ac:spMk id="6" creationId="{B1E08DA6-41C0-47E0-611D-2E917A2F799B}"/>
          </ac:spMkLst>
        </pc:spChg>
        <pc:spChg chg="add del mod">
          <ac:chgData name="Laxmikanth Oruganti" userId="e407518b2432f0f4" providerId="LiveId" clId="{3B37ADA5-B123-4402-AD3E-0A2D5EEB643F}" dt="2025-12-12T17:05:35.198" v="344" actId="21"/>
          <ac:spMkLst>
            <pc:docMk/>
            <pc:sldMk cId="751278241" sldId="259"/>
            <ac:spMk id="7" creationId="{B1E08DA6-41C0-47E0-611D-2E917A2F799B}"/>
          </ac:spMkLst>
        </pc:spChg>
        <pc:spChg chg="add mod">
          <ac:chgData name="Laxmikanth Oruganti" userId="e407518b2432f0f4" providerId="LiveId" clId="{3B37ADA5-B123-4402-AD3E-0A2D5EEB643F}" dt="2025-12-12T17:38:59.658" v="553" actId="20577"/>
          <ac:spMkLst>
            <pc:docMk/>
            <pc:sldMk cId="751278241" sldId="259"/>
            <ac:spMk id="8" creationId="{B1E08DA6-41C0-47E0-611D-2E917A2F799B}"/>
          </ac:spMkLst>
        </pc:spChg>
        <pc:graphicFrameChg chg="add del modGraphic">
          <ac:chgData name="Laxmikanth Oruganti" userId="e407518b2432f0f4" providerId="LiveId" clId="{3B37ADA5-B123-4402-AD3E-0A2D5EEB643F}" dt="2025-12-12T17:01:29.959" v="165" actId="3680"/>
          <ac:graphicFrameMkLst>
            <pc:docMk/>
            <pc:sldMk cId="751278241" sldId="259"/>
            <ac:graphicFrameMk id="4" creationId="{EF494EB6-FE23-C162-C46D-984506DFC141}"/>
          </ac:graphicFrameMkLst>
        </pc:graphicFrameChg>
        <pc:graphicFrameChg chg="add mod modGraphic">
          <ac:chgData name="Laxmikanth Oruganti" userId="e407518b2432f0f4" providerId="LiveId" clId="{3B37ADA5-B123-4402-AD3E-0A2D5EEB643F}" dt="2025-12-12T17:07:32.369" v="386" actId="1035"/>
          <ac:graphicFrameMkLst>
            <pc:docMk/>
            <pc:sldMk cId="751278241" sldId="259"/>
            <ac:graphicFrameMk id="5" creationId="{5BA43CBC-06A7-684B-8020-E2F175DA57E9}"/>
          </ac:graphicFrameMkLst>
        </pc:graphicFrameChg>
      </pc:sldChg>
      <pc:sldChg chg="addSp delSp modSp add mod">
        <pc:chgData name="Laxmikanth Oruganti" userId="e407518b2432f0f4" providerId="LiveId" clId="{3B37ADA5-B123-4402-AD3E-0A2D5EEB643F}" dt="2025-12-12T18:04:15.412" v="759" actId="27636"/>
        <pc:sldMkLst>
          <pc:docMk/>
          <pc:sldMk cId="2950201382" sldId="260"/>
        </pc:sldMkLst>
        <pc:spChg chg="mod">
          <ac:chgData name="Laxmikanth Oruganti" userId="e407518b2432f0f4" providerId="LiveId" clId="{3B37ADA5-B123-4402-AD3E-0A2D5EEB643F}" dt="2025-12-12T18:04:15.412" v="759" actId="27636"/>
          <ac:spMkLst>
            <pc:docMk/>
            <pc:sldMk cId="2950201382" sldId="260"/>
            <ac:spMk id="2" creationId="{97AD12B6-ADB7-7A30-60CF-FF5085F3F898}"/>
          </ac:spMkLst>
        </pc:spChg>
        <pc:spChg chg="mod">
          <ac:chgData name="Laxmikanth Oruganti" userId="e407518b2432f0f4" providerId="LiveId" clId="{3B37ADA5-B123-4402-AD3E-0A2D5EEB643F}" dt="2025-12-12T17:37:50.316" v="544" actId="2710"/>
          <ac:spMkLst>
            <pc:docMk/>
            <pc:sldMk cId="2950201382" sldId="260"/>
            <ac:spMk id="3" creationId="{4976931B-C140-0198-A7E4-5FB9941CB934}"/>
          </ac:spMkLst>
        </pc:spChg>
        <pc:spChg chg="add">
          <ac:chgData name="Laxmikanth Oruganti" userId="e407518b2432f0f4" providerId="LiveId" clId="{3B37ADA5-B123-4402-AD3E-0A2D5EEB643F}" dt="2025-12-12T17:10:46.147" v="399"/>
          <ac:spMkLst>
            <pc:docMk/>
            <pc:sldMk cId="2950201382" sldId="260"/>
            <ac:spMk id="4" creationId="{3ED1625E-2CB7-F9EB-E640-B8B4A8566D64}"/>
          </ac:spMkLst>
        </pc:spChg>
        <pc:spChg chg="add mod">
          <ac:chgData name="Laxmikanth Oruganti" userId="e407518b2432f0f4" providerId="LiveId" clId="{3B37ADA5-B123-4402-AD3E-0A2D5EEB643F}" dt="2025-12-12T17:10:59.041" v="401"/>
          <ac:spMkLst>
            <pc:docMk/>
            <pc:sldMk cId="2950201382" sldId="260"/>
            <ac:spMk id="5" creationId="{57537FE2-6D52-83A8-B497-B4552DAD254E}"/>
          </ac:spMkLst>
        </pc:spChg>
        <pc:spChg chg="add del mod">
          <ac:chgData name="Laxmikanth Oruganti" userId="e407518b2432f0f4" providerId="LiveId" clId="{3B37ADA5-B123-4402-AD3E-0A2D5EEB643F}" dt="2025-12-12T17:13:36.406" v="442" actId="478"/>
          <ac:spMkLst>
            <pc:docMk/>
            <pc:sldMk cId="2950201382" sldId="260"/>
            <ac:spMk id="6" creationId="{EEAD6B7D-B1A4-52EC-0A62-DF159F568D70}"/>
          </ac:spMkLst>
        </pc:spChg>
      </pc:sldChg>
      <pc:sldChg chg="new del">
        <pc:chgData name="Laxmikanth Oruganti" userId="e407518b2432f0f4" providerId="LiveId" clId="{3B37ADA5-B123-4402-AD3E-0A2D5EEB643F}" dt="2025-12-12T17:09:08.860" v="388" actId="47"/>
        <pc:sldMkLst>
          <pc:docMk/>
          <pc:sldMk cId="3599230076" sldId="260"/>
        </pc:sldMkLst>
      </pc:sldChg>
      <pc:sldChg chg="modSp add mod replId">
        <pc:chgData name="Laxmikanth Oruganti" userId="e407518b2432f0f4" providerId="LiveId" clId="{3B37ADA5-B123-4402-AD3E-0A2D5EEB643F}" dt="2025-12-12T17:39:15.259" v="554" actId="2710"/>
        <pc:sldMkLst>
          <pc:docMk/>
          <pc:sldMk cId="1105566993" sldId="261"/>
        </pc:sldMkLst>
        <pc:spChg chg="mod">
          <ac:chgData name="Laxmikanth Oruganti" userId="e407518b2432f0f4" providerId="LiveId" clId="{3B37ADA5-B123-4402-AD3E-0A2D5EEB643F}" dt="2025-12-12T17:14:00.430" v="444" actId="20577"/>
          <ac:spMkLst>
            <pc:docMk/>
            <pc:sldMk cId="1105566993" sldId="261"/>
            <ac:spMk id="2" creationId="{053D8A7B-3177-BB68-DDF2-B26C5892BAF4}"/>
          </ac:spMkLst>
        </pc:spChg>
        <pc:spChg chg="mod">
          <ac:chgData name="Laxmikanth Oruganti" userId="e407518b2432f0f4" providerId="LiveId" clId="{3B37ADA5-B123-4402-AD3E-0A2D5EEB643F}" dt="2025-12-12T17:39:15.259" v="554" actId="2710"/>
          <ac:spMkLst>
            <pc:docMk/>
            <pc:sldMk cId="1105566993" sldId="261"/>
            <ac:spMk id="8" creationId="{772673CC-FA26-B5A3-E390-986AD4EB8747}"/>
          </ac:spMkLst>
        </pc:spChg>
        <pc:graphicFrameChg chg="mod modGraphic">
          <ac:chgData name="Laxmikanth Oruganti" userId="e407518b2432f0f4" providerId="LiveId" clId="{3B37ADA5-B123-4402-AD3E-0A2D5EEB643F}" dt="2025-12-12T17:33:55.040" v="515"/>
          <ac:graphicFrameMkLst>
            <pc:docMk/>
            <pc:sldMk cId="1105566993" sldId="261"/>
            <ac:graphicFrameMk id="5" creationId="{9C84EDF6-10D3-539E-8AC4-724986F6E357}"/>
          </ac:graphicFrameMkLst>
        </pc:graphicFrameChg>
      </pc:sldChg>
      <pc:sldChg chg="addSp delSp modSp add mod">
        <pc:chgData name="Laxmikanth Oruganti" userId="e407518b2432f0f4" providerId="LiveId" clId="{3B37ADA5-B123-4402-AD3E-0A2D5EEB643F}" dt="2025-12-12T17:37:39.157" v="543" actId="27636"/>
        <pc:sldMkLst>
          <pc:docMk/>
          <pc:sldMk cId="3508660709" sldId="262"/>
        </pc:sldMkLst>
        <pc:spChg chg="mod">
          <ac:chgData name="Laxmikanth Oruganti" userId="e407518b2432f0f4" providerId="LiveId" clId="{3B37ADA5-B123-4402-AD3E-0A2D5EEB643F}" dt="2025-12-12T17:29:15.570" v="498" actId="27636"/>
          <ac:spMkLst>
            <pc:docMk/>
            <pc:sldMk cId="3508660709" sldId="262"/>
            <ac:spMk id="2" creationId="{2D269F59-6B39-4719-6B87-F76903E7665B}"/>
          </ac:spMkLst>
        </pc:spChg>
        <pc:spChg chg="mod">
          <ac:chgData name="Laxmikanth Oruganti" userId="e407518b2432f0f4" providerId="LiveId" clId="{3B37ADA5-B123-4402-AD3E-0A2D5EEB643F}" dt="2025-12-12T17:37:39.157" v="543" actId="27636"/>
          <ac:spMkLst>
            <pc:docMk/>
            <pc:sldMk cId="3508660709" sldId="262"/>
            <ac:spMk id="3" creationId="{A7210E63-0C5C-3CDF-2D3A-73C61EA6D6B9}"/>
          </ac:spMkLst>
        </pc:spChg>
        <pc:spChg chg="del">
          <ac:chgData name="Laxmikanth Oruganti" userId="e407518b2432f0f4" providerId="LiveId" clId="{3B37ADA5-B123-4402-AD3E-0A2D5EEB643F}" dt="2025-12-12T17:31:15.093" v="509" actId="26606"/>
          <ac:spMkLst>
            <pc:docMk/>
            <pc:sldMk cId="3508660709" sldId="262"/>
            <ac:spMk id="10" creationId="{882B0D19-45F4-176C-63D1-82C451AB7A51}"/>
          </ac:spMkLst>
        </pc:spChg>
        <pc:spChg chg="add">
          <ac:chgData name="Laxmikanth Oruganti" userId="e407518b2432f0f4" providerId="LiveId" clId="{3B37ADA5-B123-4402-AD3E-0A2D5EEB643F}" dt="2025-12-12T17:31:15.093" v="509" actId="26606"/>
          <ac:spMkLst>
            <pc:docMk/>
            <pc:sldMk cId="3508660709" sldId="262"/>
            <ac:spMk id="23" creationId="{C7F2E4D6-EF46-1C43-8F3E-3620C3C83F36}"/>
          </ac:spMkLst>
        </pc:spChg>
        <pc:grpChg chg="del">
          <ac:chgData name="Laxmikanth Oruganti" userId="e407518b2432f0f4" providerId="LiveId" clId="{3B37ADA5-B123-4402-AD3E-0A2D5EEB643F}" dt="2025-12-12T17:31:15.093" v="509" actId="26606"/>
          <ac:grpSpMkLst>
            <pc:docMk/>
            <pc:sldMk cId="3508660709" sldId="262"/>
            <ac:grpSpMk id="12" creationId="{0647DBB6-395C-C5B5-2302-816E8A8F4CFF}"/>
          </ac:grpSpMkLst>
        </pc:grpChg>
        <pc:grpChg chg="add">
          <ac:chgData name="Laxmikanth Oruganti" userId="e407518b2432f0f4" providerId="LiveId" clId="{3B37ADA5-B123-4402-AD3E-0A2D5EEB643F}" dt="2025-12-12T17:31:15.093" v="509" actId="26606"/>
          <ac:grpSpMkLst>
            <pc:docMk/>
            <pc:sldMk cId="3508660709" sldId="262"/>
            <ac:grpSpMk id="25" creationId="{97620302-BEE8-1447-8324-5F4178AA169B}"/>
          </ac:grpSpMkLst>
        </pc:grpChg>
        <pc:cxnChg chg="del">
          <ac:chgData name="Laxmikanth Oruganti" userId="e407518b2432f0f4" providerId="LiveId" clId="{3B37ADA5-B123-4402-AD3E-0A2D5EEB643F}" dt="2025-12-12T17:31:15.093" v="509" actId="26606"/>
          <ac:cxnSpMkLst>
            <pc:docMk/>
            <pc:sldMk cId="3508660709" sldId="262"/>
            <ac:cxnSpMk id="18" creationId="{06AFC0B1-8EAC-EC45-9B3F-3F53386D4AE3}"/>
          </ac:cxnSpMkLst>
        </pc:cxnChg>
        <pc:cxnChg chg="add">
          <ac:chgData name="Laxmikanth Oruganti" userId="e407518b2432f0f4" providerId="LiveId" clId="{3B37ADA5-B123-4402-AD3E-0A2D5EEB643F}" dt="2025-12-12T17:31:15.093" v="509" actId="26606"/>
          <ac:cxnSpMkLst>
            <pc:docMk/>
            <pc:sldMk cId="3508660709" sldId="262"/>
            <ac:cxnSpMk id="31" creationId="{68C50EA3-7CF1-9542-A21D-5B3EBACC5009}"/>
          </ac:cxnSpMkLst>
        </pc:cxnChg>
      </pc:sldChg>
      <pc:sldChg chg="modSp add mod replId">
        <pc:chgData name="Laxmikanth Oruganti" userId="e407518b2432f0f4" providerId="LiveId" clId="{3B37ADA5-B123-4402-AD3E-0A2D5EEB643F}" dt="2025-12-12T17:37:30.321" v="541" actId="2710"/>
        <pc:sldMkLst>
          <pc:docMk/>
          <pc:sldMk cId="448611030" sldId="263"/>
        </pc:sldMkLst>
        <pc:spChg chg="mod">
          <ac:chgData name="Laxmikanth Oruganti" userId="e407518b2432f0f4" providerId="LiveId" clId="{3B37ADA5-B123-4402-AD3E-0A2D5EEB643F}" dt="2025-12-12T17:29:22.489" v="500" actId="20577"/>
          <ac:spMkLst>
            <pc:docMk/>
            <pc:sldMk cId="448611030" sldId="263"/>
            <ac:spMk id="2" creationId="{F8D50047-9937-011F-D221-E619168D9A72}"/>
          </ac:spMkLst>
        </pc:spChg>
        <pc:spChg chg="mod">
          <ac:chgData name="Laxmikanth Oruganti" userId="e407518b2432f0f4" providerId="LiveId" clId="{3B37ADA5-B123-4402-AD3E-0A2D5EEB643F}" dt="2025-12-12T17:37:30.321" v="541" actId="2710"/>
          <ac:spMkLst>
            <pc:docMk/>
            <pc:sldMk cId="448611030" sldId="263"/>
            <ac:spMk id="8" creationId="{ACAF866A-4E02-5F01-9526-DB827306FC35}"/>
          </ac:spMkLst>
        </pc:spChg>
        <pc:graphicFrameChg chg="mod modGraphic">
          <ac:chgData name="Laxmikanth Oruganti" userId="e407518b2432f0f4" providerId="LiveId" clId="{3B37ADA5-B123-4402-AD3E-0A2D5EEB643F}" dt="2025-12-12T17:36:25.572" v="536"/>
          <ac:graphicFrameMkLst>
            <pc:docMk/>
            <pc:sldMk cId="448611030" sldId="263"/>
            <ac:graphicFrameMk id="5" creationId="{6CB9D3E6-0D92-C046-E733-8F74AB3676AB}"/>
          </ac:graphicFrameMkLst>
        </pc:graphicFrameChg>
      </pc:sldChg>
      <pc:sldChg chg="addSp delSp modSp new mod setBg">
        <pc:chgData name="Laxmikanth Oruganti" userId="e407518b2432f0f4" providerId="LiveId" clId="{3B37ADA5-B123-4402-AD3E-0A2D5EEB643F}" dt="2025-12-12T17:41:51.274" v="585" actId="26606"/>
        <pc:sldMkLst>
          <pc:docMk/>
          <pc:sldMk cId="1475721537" sldId="264"/>
        </pc:sldMkLst>
        <pc:spChg chg="mod">
          <ac:chgData name="Laxmikanth Oruganti" userId="e407518b2432f0f4" providerId="LiveId" clId="{3B37ADA5-B123-4402-AD3E-0A2D5EEB643F}" dt="2025-12-12T17:41:51.274" v="585" actId="26606"/>
          <ac:spMkLst>
            <pc:docMk/>
            <pc:sldMk cId="1475721537" sldId="264"/>
            <ac:spMk id="2" creationId="{EA38D052-2107-B17C-C2DF-3E6D929CFA1E}"/>
          </ac:spMkLst>
        </pc:spChg>
        <pc:spChg chg="add del mod">
          <ac:chgData name="Laxmikanth Oruganti" userId="e407518b2432f0f4" providerId="LiveId" clId="{3B37ADA5-B123-4402-AD3E-0A2D5EEB643F}" dt="2025-12-12T17:41:51.274" v="585" actId="26606"/>
          <ac:spMkLst>
            <pc:docMk/>
            <pc:sldMk cId="1475721537" sldId="264"/>
            <ac:spMk id="3" creationId="{797DA80C-59E2-8123-FA9C-DCAA70368DA4}"/>
          </ac:spMkLst>
        </pc:spChg>
        <pc:spChg chg="add del">
          <ac:chgData name="Laxmikanth Oruganti" userId="e407518b2432f0f4" providerId="LiveId" clId="{3B37ADA5-B123-4402-AD3E-0A2D5EEB643F}" dt="2025-12-12T17:41:51.267" v="584" actId="26606"/>
          <ac:spMkLst>
            <pc:docMk/>
            <pc:sldMk cId="1475721537" sldId="264"/>
            <ac:spMk id="6" creationId="{C7F2E4D6-EF46-1C43-8F3E-3620C3C83F36}"/>
          </ac:spMkLst>
        </pc:spChg>
        <pc:spChg chg="add del">
          <ac:chgData name="Laxmikanth Oruganti" userId="e407518b2432f0f4" providerId="LiveId" clId="{3B37ADA5-B123-4402-AD3E-0A2D5EEB643F}" dt="2025-12-12T17:40:42.868" v="571" actId="26606"/>
          <ac:spMkLst>
            <pc:docMk/>
            <pc:sldMk cId="1475721537" sldId="264"/>
            <ac:spMk id="9" creationId="{C7F2E4D6-EF46-1C43-8F3E-3620C3C83F36}"/>
          </ac:spMkLst>
        </pc:spChg>
        <pc:spChg chg="add del">
          <ac:chgData name="Laxmikanth Oruganti" userId="e407518b2432f0f4" providerId="LiveId" clId="{3B37ADA5-B123-4402-AD3E-0A2D5EEB643F}" dt="2025-12-12T17:40:25.830" v="569" actId="26606"/>
          <ac:spMkLst>
            <pc:docMk/>
            <pc:sldMk cId="1475721537" sldId="264"/>
            <ac:spMk id="10" creationId="{C7F2E4D6-EF46-1C43-8F3E-3620C3C83F36}"/>
          </ac:spMkLst>
        </pc:spChg>
        <pc:spChg chg="add del">
          <ac:chgData name="Laxmikanth Oruganti" userId="e407518b2432f0f4" providerId="LiveId" clId="{3B37ADA5-B123-4402-AD3E-0A2D5EEB643F}" dt="2025-12-12T17:40:57.360" v="573" actId="26606"/>
          <ac:spMkLst>
            <pc:docMk/>
            <pc:sldMk cId="1475721537" sldId="264"/>
            <ac:spMk id="16" creationId="{C7F2E4D6-EF46-1C43-8F3E-3620C3C83F36}"/>
          </ac:spMkLst>
        </pc:spChg>
        <pc:spChg chg="add del">
          <ac:chgData name="Laxmikanth Oruganti" userId="e407518b2432f0f4" providerId="LiveId" clId="{3B37ADA5-B123-4402-AD3E-0A2D5EEB643F}" dt="2025-12-12T17:40:57.360" v="573" actId="26606"/>
          <ac:spMkLst>
            <pc:docMk/>
            <pc:sldMk cId="1475721537" sldId="264"/>
            <ac:spMk id="21" creationId="{797DA80C-59E2-8123-FA9C-DCAA70368DA4}"/>
          </ac:spMkLst>
        </pc:spChg>
        <pc:spChg chg="add del">
          <ac:chgData name="Laxmikanth Oruganti" userId="e407518b2432f0f4" providerId="LiveId" clId="{3B37ADA5-B123-4402-AD3E-0A2D5EEB643F}" dt="2025-12-12T17:41:29.782" v="579" actId="26606"/>
          <ac:spMkLst>
            <pc:docMk/>
            <pc:sldMk cId="1475721537" sldId="264"/>
            <ac:spMk id="24" creationId="{C7F2E4D6-EF46-1C43-8F3E-3620C3C83F36}"/>
          </ac:spMkLst>
        </pc:spChg>
        <pc:spChg chg="add">
          <ac:chgData name="Laxmikanth Oruganti" userId="e407518b2432f0f4" providerId="LiveId" clId="{3B37ADA5-B123-4402-AD3E-0A2D5EEB643F}" dt="2025-12-12T17:41:51.274" v="585" actId="26606"/>
          <ac:spMkLst>
            <pc:docMk/>
            <pc:sldMk cId="1475721537" sldId="264"/>
            <ac:spMk id="29" creationId="{C7F2E4D6-EF46-1C43-8F3E-3620C3C83F36}"/>
          </ac:spMkLst>
        </pc:spChg>
        <pc:spChg chg="add del">
          <ac:chgData name="Laxmikanth Oruganti" userId="e407518b2432f0f4" providerId="LiveId" clId="{3B37ADA5-B123-4402-AD3E-0A2D5EEB643F}" dt="2025-12-12T17:41:28.091" v="577" actId="26606"/>
          <ac:spMkLst>
            <pc:docMk/>
            <pc:sldMk cId="1475721537" sldId="264"/>
            <ac:spMk id="31" creationId="{C7F2E4D6-EF46-1C43-8F3E-3620C3C83F36}"/>
          </ac:spMkLst>
        </pc:spChg>
        <pc:spChg chg="add">
          <ac:chgData name="Laxmikanth Oruganti" userId="e407518b2432f0f4" providerId="LiveId" clId="{3B37ADA5-B123-4402-AD3E-0A2D5EEB643F}" dt="2025-12-12T17:41:51.274" v="585" actId="26606"/>
          <ac:spMkLst>
            <pc:docMk/>
            <pc:sldMk cId="1475721537" sldId="264"/>
            <ac:spMk id="37" creationId="{797DA80C-59E2-8123-FA9C-DCAA70368DA4}"/>
          </ac:spMkLst>
        </pc:spChg>
        <pc:grpChg chg="add del">
          <ac:chgData name="Laxmikanth Oruganti" userId="e407518b2432f0f4" providerId="LiveId" clId="{3B37ADA5-B123-4402-AD3E-0A2D5EEB643F}" dt="2025-12-12T17:41:51.267" v="584" actId="26606"/>
          <ac:grpSpMkLst>
            <pc:docMk/>
            <pc:sldMk cId="1475721537" sldId="264"/>
            <ac:grpSpMk id="8" creationId="{05ADD15B-C747-D340-BF8A-A1DD2A6A9324}"/>
          </ac:grpSpMkLst>
        </pc:grpChg>
        <pc:grpChg chg="add del">
          <ac:chgData name="Laxmikanth Oruganti" userId="e407518b2432f0f4" providerId="LiveId" clId="{3B37ADA5-B123-4402-AD3E-0A2D5EEB643F}" dt="2025-12-12T17:40:25.830" v="569" actId="26606"/>
          <ac:grpSpMkLst>
            <pc:docMk/>
            <pc:sldMk cId="1475721537" sldId="264"/>
            <ac:grpSpMk id="12" creationId="{97620302-BEE8-1447-8324-5F4178AA169B}"/>
          </ac:grpSpMkLst>
        </pc:grpChg>
        <pc:grpChg chg="add del">
          <ac:chgData name="Laxmikanth Oruganti" userId="e407518b2432f0f4" providerId="LiveId" clId="{3B37ADA5-B123-4402-AD3E-0A2D5EEB643F}" dt="2025-12-12T17:40:57.360" v="573" actId="26606"/>
          <ac:grpSpMkLst>
            <pc:docMk/>
            <pc:sldMk cId="1475721537" sldId="264"/>
            <ac:grpSpMk id="19" creationId="{70EBDB1D-17AA-8140-B216-35CBA8C9E411}"/>
          </ac:grpSpMkLst>
        </pc:grpChg>
        <pc:grpChg chg="add">
          <ac:chgData name="Laxmikanth Oruganti" userId="e407518b2432f0f4" providerId="LiveId" clId="{3B37ADA5-B123-4402-AD3E-0A2D5EEB643F}" dt="2025-12-12T17:41:51.274" v="585" actId="26606"/>
          <ac:grpSpMkLst>
            <pc:docMk/>
            <pc:sldMk cId="1475721537" sldId="264"/>
            <ac:grpSpMk id="30" creationId="{7A00BDF4-7643-A942-A588-F24E4E09AADE}"/>
          </ac:grpSpMkLst>
        </pc:grpChg>
        <pc:graphicFrameChg chg="add del">
          <ac:chgData name="Laxmikanth Oruganti" userId="e407518b2432f0f4" providerId="LiveId" clId="{3B37ADA5-B123-4402-AD3E-0A2D5EEB643F}" dt="2025-12-12T17:40:42.868" v="571" actId="26606"/>
          <ac:graphicFrameMkLst>
            <pc:docMk/>
            <pc:sldMk cId="1475721537" sldId="264"/>
            <ac:graphicFrameMk id="5" creationId="{E1755B0F-440F-33FC-CA03-81F495454AB3}"/>
          </ac:graphicFrameMkLst>
        </pc:graphicFrameChg>
        <pc:graphicFrameChg chg="add del mod modGraphic">
          <ac:chgData name="Laxmikanth Oruganti" userId="e407518b2432f0f4" providerId="LiveId" clId="{3B37ADA5-B123-4402-AD3E-0A2D5EEB643F}" dt="2025-12-12T17:41:29.782" v="579" actId="26606"/>
          <ac:graphicFrameMkLst>
            <pc:docMk/>
            <pc:sldMk cId="1475721537" sldId="264"/>
            <ac:graphicFrameMk id="26" creationId="{E1755B0F-440F-33FC-CA03-81F495454AB3}"/>
          </ac:graphicFrameMkLst>
        </pc:graphicFrameChg>
        <pc:graphicFrameChg chg="add del">
          <ac:chgData name="Laxmikanth Oruganti" userId="e407518b2432f0f4" providerId="LiveId" clId="{3B37ADA5-B123-4402-AD3E-0A2D5EEB643F}" dt="2025-12-12T17:41:51.267" v="584" actId="26606"/>
          <ac:graphicFrameMkLst>
            <pc:docMk/>
            <pc:sldMk cId="1475721537" sldId="264"/>
            <ac:graphicFrameMk id="27" creationId="{E019721E-110E-3ECB-47CE-C77BDC42B42C}"/>
          </ac:graphicFrameMkLst>
        </pc:graphicFrameChg>
        <pc:picChg chg="add del">
          <ac:chgData name="Laxmikanth Oruganti" userId="e407518b2432f0f4" providerId="LiveId" clId="{3B37ADA5-B123-4402-AD3E-0A2D5EEB643F}" dt="2025-12-12T17:40:25.830" v="569" actId="26606"/>
          <ac:picMkLst>
            <pc:docMk/>
            <pc:sldMk cId="1475721537" sldId="264"/>
            <ac:picMk id="7" creationId="{874CA3FA-1D44-488B-8565-80782DC69AC2}"/>
          </ac:picMkLst>
        </pc:picChg>
        <pc:picChg chg="add del">
          <ac:chgData name="Laxmikanth Oruganti" userId="e407518b2432f0f4" providerId="LiveId" clId="{3B37ADA5-B123-4402-AD3E-0A2D5EEB643F}" dt="2025-12-12T17:40:57.360" v="573" actId="26606"/>
          <ac:picMkLst>
            <pc:docMk/>
            <pc:sldMk cId="1475721537" sldId="264"/>
            <ac:picMk id="22" creationId="{3DE5AB35-1E39-98E3-33BE-4FA718BF3329}"/>
          </ac:picMkLst>
        </pc:picChg>
        <pc:picChg chg="add">
          <ac:chgData name="Laxmikanth Oruganti" userId="e407518b2432f0f4" providerId="LiveId" clId="{3B37ADA5-B123-4402-AD3E-0A2D5EEB643F}" dt="2025-12-12T17:41:51.274" v="585" actId="26606"/>
          <ac:picMkLst>
            <pc:docMk/>
            <pc:sldMk cId="1475721537" sldId="264"/>
            <ac:picMk id="38" creationId="{1D4EE017-151D-837E-FF68-B99FA46E0B2A}"/>
          </ac:picMkLst>
        </pc:picChg>
        <pc:cxnChg chg="add del">
          <ac:chgData name="Laxmikanth Oruganti" userId="e407518b2432f0f4" providerId="LiveId" clId="{3B37ADA5-B123-4402-AD3E-0A2D5EEB643F}" dt="2025-12-12T17:40:42.868" v="571" actId="26606"/>
          <ac:cxnSpMkLst>
            <pc:docMk/>
            <pc:sldMk cId="1475721537" sldId="264"/>
            <ac:cxnSpMk id="11" creationId="{BF3CF3DF-4809-5B42-9F22-981391379297}"/>
          </ac:cxnSpMkLst>
        </pc:cxnChg>
        <pc:cxnChg chg="add del">
          <ac:chgData name="Laxmikanth Oruganti" userId="e407518b2432f0f4" providerId="LiveId" clId="{3B37ADA5-B123-4402-AD3E-0A2D5EEB643F}" dt="2025-12-12T17:40:57.360" v="573" actId="26606"/>
          <ac:cxnSpMkLst>
            <pc:docMk/>
            <pc:sldMk cId="1475721537" sldId="264"/>
            <ac:cxnSpMk id="17" creationId="{BF3CF3DF-4809-5B42-9F22-981391379297}"/>
          </ac:cxnSpMkLst>
        </pc:cxnChg>
        <pc:cxnChg chg="add del">
          <ac:chgData name="Laxmikanth Oruganti" userId="e407518b2432f0f4" providerId="LiveId" clId="{3B37ADA5-B123-4402-AD3E-0A2D5EEB643F}" dt="2025-12-12T17:40:25.830" v="569" actId="26606"/>
          <ac:cxnSpMkLst>
            <pc:docMk/>
            <pc:sldMk cId="1475721537" sldId="264"/>
            <ac:cxnSpMk id="18" creationId="{68C50EA3-7CF1-9542-A21D-5B3EBACC5009}"/>
          </ac:cxnSpMkLst>
        </pc:cxnChg>
        <pc:cxnChg chg="add del">
          <ac:chgData name="Laxmikanth Oruganti" userId="e407518b2432f0f4" providerId="LiveId" clId="{3B37ADA5-B123-4402-AD3E-0A2D5EEB643F}" dt="2025-12-12T17:41:51.267" v="584" actId="26606"/>
          <ac:cxnSpMkLst>
            <pc:docMk/>
            <pc:sldMk cId="1475721537" sldId="264"/>
            <ac:cxnSpMk id="23" creationId="{1FE039F1-6D47-C642-B506-452A83B0AB11}"/>
          </ac:cxnSpMkLst>
        </pc:cxnChg>
        <pc:cxnChg chg="add del">
          <ac:chgData name="Laxmikanth Oruganti" userId="e407518b2432f0f4" providerId="LiveId" clId="{3B37ADA5-B123-4402-AD3E-0A2D5EEB643F}" dt="2025-12-12T17:41:29.782" v="579" actId="26606"/>
          <ac:cxnSpMkLst>
            <pc:docMk/>
            <pc:sldMk cId="1475721537" sldId="264"/>
            <ac:cxnSpMk id="25" creationId="{BF3CF3DF-4809-5B42-9F22-981391379297}"/>
          </ac:cxnSpMkLst>
        </pc:cxnChg>
        <pc:cxnChg chg="add del">
          <ac:chgData name="Laxmikanth Oruganti" userId="e407518b2432f0f4" providerId="LiveId" clId="{3B37ADA5-B123-4402-AD3E-0A2D5EEB643F}" dt="2025-12-12T17:41:28.091" v="577" actId="26606"/>
          <ac:cxnSpMkLst>
            <pc:docMk/>
            <pc:sldMk cId="1475721537" sldId="264"/>
            <ac:cxnSpMk id="33" creationId="{65824CF1-E973-7D48-9ECB-68CF79EC0DEF}"/>
          </ac:cxnSpMkLst>
        </pc:cxnChg>
        <pc:cxnChg chg="add">
          <ac:chgData name="Laxmikanth Oruganti" userId="e407518b2432f0f4" providerId="LiveId" clId="{3B37ADA5-B123-4402-AD3E-0A2D5EEB643F}" dt="2025-12-12T17:41:51.274" v="585" actId="26606"/>
          <ac:cxnSpMkLst>
            <pc:docMk/>
            <pc:sldMk cId="1475721537" sldId="264"/>
            <ac:cxnSpMk id="39" creationId="{BF3CF3DF-4809-5B42-9F22-981391379297}"/>
          </ac:cxnSpMkLst>
        </pc:cxnChg>
      </pc:sldChg>
      <pc:sldMasterChg chg="add del addSldLayout delSldLayout">
        <pc:chgData name="Laxmikanth Oruganti" userId="e407518b2432f0f4" providerId="LiveId" clId="{3B37ADA5-B123-4402-AD3E-0A2D5EEB643F}" dt="2025-12-12T03:35:02.371" v="37" actId="26606"/>
        <pc:sldMasterMkLst>
          <pc:docMk/>
          <pc:sldMasterMk cId="2029313428" sldId="2147483648"/>
        </pc:sldMasterMkLst>
        <pc:sldLayoutChg chg="add del">
          <pc:chgData name="Laxmikanth Oruganti" userId="e407518b2432f0f4" providerId="LiveId" clId="{3B37ADA5-B123-4402-AD3E-0A2D5EEB643F}" dt="2025-12-12T03:35:02.371" v="37" actId="26606"/>
          <pc:sldLayoutMkLst>
            <pc:docMk/>
            <pc:sldMasterMk cId="2029313428" sldId="2147483648"/>
            <pc:sldLayoutMk cId="470891066" sldId="2147483649"/>
          </pc:sldLayoutMkLst>
        </pc:sldLayoutChg>
        <pc:sldLayoutChg chg="add del">
          <pc:chgData name="Laxmikanth Oruganti" userId="e407518b2432f0f4" providerId="LiveId" clId="{3B37ADA5-B123-4402-AD3E-0A2D5EEB643F}" dt="2025-12-12T03:35:02.371" v="37" actId="26606"/>
          <pc:sldLayoutMkLst>
            <pc:docMk/>
            <pc:sldMasterMk cId="2029313428" sldId="2147483648"/>
            <pc:sldLayoutMk cId="4106454010" sldId="2147483650"/>
          </pc:sldLayoutMkLst>
        </pc:sldLayoutChg>
        <pc:sldLayoutChg chg="add del">
          <pc:chgData name="Laxmikanth Oruganti" userId="e407518b2432f0f4" providerId="LiveId" clId="{3B37ADA5-B123-4402-AD3E-0A2D5EEB643F}" dt="2025-12-12T03:35:02.371" v="37" actId="26606"/>
          <pc:sldLayoutMkLst>
            <pc:docMk/>
            <pc:sldMasterMk cId="2029313428" sldId="2147483648"/>
            <pc:sldLayoutMk cId="314028986" sldId="2147483651"/>
          </pc:sldLayoutMkLst>
        </pc:sldLayoutChg>
        <pc:sldLayoutChg chg="add del">
          <pc:chgData name="Laxmikanth Oruganti" userId="e407518b2432f0f4" providerId="LiveId" clId="{3B37ADA5-B123-4402-AD3E-0A2D5EEB643F}" dt="2025-12-12T03:35:02.371" v="37" actId="26606"/>
          <pc:sldLayoutMkLst>
            <pc:docMk/>
            <pc:sldMasterMk cId="2029313428" sldId="2147483648"/>
            <pc:sldLayoutMk cId="4098491895" sldId="2147483652"/>
          </pc:sldLayoutMkLst>
        </pc:sldLayoutChg>
        <pc:sldLayoutChg chg="add del">
          <pc:chgData name="Laxmikanth Oruganti" userId="e407518b2432f0f4" providerId="LiveId" clId="{3B37ADA5-B123-4402-AD3E-0A2D5EEB643F}" dt="2025-12-12T03:35:02.371" v="37" actId="26606"/>
          <pc:sldLayoutMkLst>
            <pc:docMk/>
            <pc:sldMasterMk cId="2029313428" sldId="2147483648"/>
            <pc:sldLayoutMk cId="2144410663" sldId="2147483653"/>
          </pc:sldLayoutMkLst>
        </pc:sldLayoutChg>
        <pc:sldLayoutChg chg="add del">
          <pc:chgData name="Laxmikanth Oruganti" userId="e407518b2432f0f4" providerId="LiveId" clId="{3B37ADA5-B123-4402-AD3E-0A2D5EEB643F}" dt="2025-12-12T03:35:02.371" v="37" actId="26606"/>
          <pc:sldLayoutMkLst>
            <pc:docMk/>
            <pc:sldMasterMk cId="2029313428" sldId="2147483648"/>
            <pc:sldLayoutMk cId="1894045452" sldId="2147483654"/>
          </pc:sldLayoutMkLst>
        </pc:sldLayoutChg>
        <pc:sldLayoutChg chg="add del">
          <pc:chgData name="Laxmikanth Oruganti" userId="e407518b2432f0f4" providerId="LiveId" clId="{3B37ADA5-B123-4402-AD3E-0A2D5EEB643F}" dt="2025-12-12T03:35:02.371" v="37" actId="26606"/>
          <pc:sldLayoutMkLst>
            <pc:docMk/>
            <pc:sldMasterMk cId="2029313428" sldId="2147483648"/>
            <pc:sldLayoutMk cId="3538153097" sldId="2147483655"/>
          </pc:sldLayoutMkLst>
        </pc:sldLayoutChg>
        <pc:sldLayoutChg chg="add del">
          <pc:chgData name="Laxmikanth Oruganti" userId="e407518b2432f0f4" providerId="LiveId" clId="{3B37ADA5-B123-4402-AD3E-0A2D5EEB643F}" dt="2025-12-12T03:35:02.371" v="37" actId="26606"/>
          <pc:sldLayoutMkLst>
            <pc:docMk/>
            <pc:sldMasterMk cId="2029313428" sldId="2147483648"/>
            <pc:sldLayoutMk cId="907773979" sldId="2147483656"/>
          </pc:sldLayoutMkLst>
        </pc:sldLayoutChg>
        <pc:sldLayoutChg chg="add del">
          <pc:chgData name="Laxmikanth Oruganti" userId="e407518b2432f0f4" providerId="LiveId" clId="{3B37ADA5-B123-4402-AD3E-0A2D5EEB643F}" dt="2025-12-12T03:35:02.371" v="37" actId="26606"/>
          <pc:sldLayoutMkLst>
            <pc:docMk/>
            <pc:sldMasterMk cId="2029313428" sldId="2147483648"/>
            <pc:sldLayoutMk cId="1696206280" sldId="2147483657"/>
          </pc:sldLayoutMkLst>
        </pc:sldLayoutChg>
        <pc:sldLayoutChg chg="add del">
          <pc:chgData name="Laxmikanth Oruganti" userId="e407518b2432f0f4" providerId="LiveId" clId="{3B37ADA5-B123-4402-AD3E-0A2D5EEB643F}" dt="2025-12-12T03:35:02.371" v="37" actId="26606"/>
          <pc:sldLayoutMkLst>
            <pc:docMk/>
            <pc:sldMasterMk cId="2029313428" sldId="2147483648"/>
            <pc:sldLayoutMk cId="3376643889" sldId="2147483658"/>
          </pc:sldLayoutMkLst>
        </pc:sldLayoutChg>
        <pc:sldLayoutChg chg="add del">
          <pc:chgData name="Laxmikanth Oruganti" userId="e407518b2432f0f4" providerId="LiveId" clId="{3B37ADA5-B123-4402-AD3E-0A2D5EEB643F}" dt="2025-12-12T03:35:02.371" v="37" actId="26606"/>
          <pc:sldLayoutMkLst>
            <pc:docMk/>
            <pc:sldMasterMk cId="2029313428" sldId="2147483648"/>
            <pc:sldLayoutMk cId="2214415489" sldId="2147483659"/>
          </pc:sldLayoutMkLst>
        </pc:sldLayoutChg>
      </pc:sldMasterChg>
      <pc:sldMasterChg chg="add del addSldLayout delSldLayout">
        <pc:chgData name="Laxmikanth Oruganti" userId="e407518b2432f0f4" providerId="LiveId" clId="{3B37ADA5-B123-4402-AD3E-0A2D5EEB643F}" dt="2025-12-12T03:34:59.709" v="34" actId="26606"/>
        <pc:sldMasterMkLst>
          <pc:docMk/>
          <pc:sldMasterMk cId="2891206766" sldId="2147483673"/>
        </pc:sldMasterMkLst>
        <pc:sldLayoutChg chg="add del">
          <pc:chgData name="Laxmikanth Oruganti" userId="e407518b2432f0f4" providerId="LiveId" clId="{3B37ADA5-B123-4402-AD3E-0A2D5EEB643F}" dt="2025-12-12T03:34:59.709" v="34" actId="26606"/>
          <pc:sldLayoutMkLst>
            <pc:docMk/>
            <pc:sldMasterMk cId="2891206766" sldId="2147483673"/>
            <pc:sldLayoutMk cId="3827317364" sldId="2147483662"/>
          </pc:sldLayoutMkLst>
        </pc:sldLayoutChg>
        <pc:sldLayoutChg chg="add del">
          <pc:chgData name="Laxmikanth Oruganti" userId="e407518b2432f0f4" providerId="LiveId" clId="{3B37ADA5-B123-4402-AD3E-0A2D5EEB643F}" dt="2025-12-12T03:34:59.709" v="34" actId="26606"/>
          <pc:sldLayoutMkLst>
            <pc:docMk/>
            <pc:sldMasterMk cId="2891206766" sldId="2147483673"/>
            <pc:sldLayoutMk cId="2445072722" sldId="2147483663"/>
          </pc:sldLayoutMkLst>
        </pc:sldLayoutChg>
        <pc:sldLayoutChg chg="add del">
          <pc:chgData name="Laxmikanth Oruganti" userId="e407518b2432f0f4" providerId="LiveId" clId="{3B37ADA5-B123-4402-AD3E-0A2D5EEB643F}" dt="2025-12-12T03:34:59.709" v="34" actId="26606"/>
          <pc:sldLayoutMkLst>
            <pc:docMk/>
            <pc:sldMasterMk cId="2891206766" sldId="2147483673"/>
            <pc:sldLayoutMk cId="2423988987" sldId="2147483664"/>
          </pc:sldLayoutMkLst>
        </pc:sldLayoutChg>
        <pc:sldLayoutChg chg="add del">
          <pc:chgData name="Laxmikanth Oruganti" userId="e407518b2432f0f4" providerId="LiveId" clId="{3B37ADA5-B123-4402-AD3E-0A2D5EEB643F}" dt="2025-12-12T03:34:59.709" v="34" actId="26606"/>
          <pc:sldLayoutMkLst>
            <pc:docMk/>
            <pc:sldMasterMk cId="2891206766" sldId="2147483673"/>
            <pc:sldLayoutMk cId="2316532802" sldId="2147483665"/>
          </pc:sldLayoutMkLst>
        </pc:sldLayoutChg>
        <pc:sldLayoutChg chg="add del">
          <pc:chgData name="Laxmikanth Oruganti" userId="e407518b2432f0f4" providerId="LiveId" clId="{3B37ADA5-B123-4402-AD3E-0A2D5EEB643F}" dt="2025-12-12T03:34:59.709" v="34" actId="26606"/>
          <pc:sldLayoutMkLst>
            <pc:docMk/>
            <pc:sldMasterMk cId="2891206766" sldId="2147483673"/>
            <pc:sldLayoutMk cId="1372984525" sldId="2147483666"/>
          </pc:sldLayoutMkLst>
        </pc:sldLayoutChg>
        <pc:sldLayoutChg chg="add del">
          <pc:chgData name="Laxmikanth Oruganti" userId="e407518b2432f0f4" providerId="LiveId" clId="{3B37ADA5-B123-4402-AD3E-0A2D5EEB643F}" dt="2025-12-12T03:34:59.709" v="34" actId="26606"/>
          <pc:sldLayoutMkLst>
            <pc:docMk/>
            <pc:sldMasterMk cId="2891206766" sldId="2147483673"/>
            <pc:sldLayoutMk cId="3493641342" sldId="2147483667"/>
          </pc:sldLayoutMkLst>
        </pc:sldLayoutChg>
        <pc:sldLayoutChg chg="add del">
          <pc:chgData name="Laxmikanth Oruganti" userId="e407518b2432f0f4" providerId="LiveId" clId="{3B37ADA5-B123-4402-AD3E-0A2D5EEB643F}" dt="2025-12-12T03:34:59.709" v="34" actId="26606"/>
          <pc:sldLayoutMkLst>
            <pc:docMk/>
            <pc:sldMasterMk cId="2891206766" sldId="2147483673"/>
            <pc:sldLayoutMk cId="261199551" sldId="2147483668"/>
          </pc:sldLayoutMkLst>
        </pc:sldLayoutChg>
        <pc:sldLayoutChg chg="add del">
          <pc:chgData name="Laxmikanth Oruganti" userId="e407518b2432f0f4" providerId="LiveId" clId="{3B37ADA5-B123-4402-AD3E-0A2D5EEB643F}" dt="2025-12-12T03:34:59.709" v="34" actId="26606"/>
          <pc:sldLayoutMkLst>
            <pc:docMk/>
            <pc:sldMasterMk cId="2891206766" sldId="2147483673"/>
            <pc:sldLayoutMk cId="82465207" sldId="2147483669"/>
          </pc:sldLayoutMkLst>
        </pc:sldLayoutChg>
        <pc:sldLayoutChg chg="add del">
          <pc:chgData name="Laxmikanth Oruganti" userId="e407518b2432f0f4" providerId="LiveId" clId="{3B37ADA5-B123-4402-AD3E-0A2D5EEB643F}" dt="2025-12-12T03:34:59.709" v="34" actId="26606"/>
          <pc:sldLayoutMkLst>
            <pc:docMk/>
            <pc:sldMasterMk cId="2891206766" sldId="2147483673"/>
            <pc:sldLayoutMk cId="313975630" sldId="2147483670"/>
          </pc:sldLayoutMkLst>
        </pc:sldLayoutChg>
        <pc:sldLayoutChg chg="add del">
          <pc:chgData name="Laxmikanth Oruganti" userId="e407518b2432f0f4" providerId="LiveId" clId="{3B37ADA5-B123-4402-AD3E-0A2D5EEB643F}" dt="2025-12-12T03:34:59.709" v="34" actId="26606"/>
          <pc:sldLayoutMkLst>
            <pc:docMk/>
            <pc:sldMasterMk cId="2891206766" sldId="2147483673"/>
            <pc:sldLayoutMk cId="29633189" sldId="2147483671"/>
          </pc:sldLayoutMkLst>
        </pc:sldLayoutChg>
        <pc:sldLayoutChg chg="add del">
          <pc:chgData name="Laxmikanth Oruganti" userId="e407518b2432f0f4" providerId="LiveId" clId="{3B37ADA5-B123-4402-AD3E-0A2D5EEB643F}" dt="2025-12-12T03:34:59.709" v="34" actId="26606"/>
          <pc:sldLayoutMkLst>
            <pc:docMk/>
            <pc:sldMasterMk cId="2891206766" sldId="2147483673"/>
            <pc:sldLayoutMk cId="1827286939" sldId="2147483672"/>
          </pc:sldLayoutMkLst>
        </pc:sldLayoutChg>
      </pc:sldMasterChg>
      <pc:sldMasterChg chg="add del addSldLayout delSldLayout">
        <pc:chgData name="Laxmikanth Oruganti" userId="e407518b2432f0f4" providerId="LiveId" clId="{3B37ADA5-B123-4402-AD3E-0A2D5EEB643F}" dt="2025-12-12T03:34:54.009" v="32" actId="26606"/>
        <pc:sldMasterMkLst>
          <pc:docMk/>
          <pc:sldMasterMk cId="3979100558" sldId="2147483686"/>
        </pc:sldMasterMkLst>
        <pc:sldLayoutChg chg="add del">
          <pc:chgData name="Laxmikanth Oruganti" userId="e407518b2432f0f4" providerId="LiveId" clId="{3B37ADA5-B123-4402-AD3E-0A2D5EEB643F}" dt="2025-12-12T03:34:54.009" v="32" actId="26606"/>
          <pc:sldLayoutMkLst>
            <pc:docMk/>
            <pc:sldMasterMk cId="3979100558" sldId="2147483686"/>
            <pc:sldLayoutMk cId="1791008064" sldId="2147483675"/>
          </pc:sldLayoutMkLst>
        </pc:sldLayoutChg>
        <pc:sldLayoutChg chg="add del">
          <pc:chgData name="Laxmikanth Oruganti" userId="e407518b2432f0f4" providerId="LiveId" clId="{3B37ADA5-B123-4402-AD3E-0A2D5EEB643F}" dt="2025-12-12T03:34:54.009" v="32" actId="26606"/>
          <pc:sldLayoutMkLst>
            <pc:docMk/>
            <pc:sldMasterMk cId="3979100558" sldId="2147483686"/>
            <pc:sldLayoutMk cId="3579679109" sldId="2147483676"/>
          </pc:sldLayoutMkLst>
        </pc:sldLayoutChg>
        <pc:sldLayoutChg chg="add del">
          <pc:chgData name="Laxmikanth Oruganti" userId="e407518b2432f0f4" providerId="LiveId" clId="{3B37ADA5-B123-4402-AD3E-0A2D5EEB643F}" dt="2025-12-12T03:34:54.009" v="32" actId="26606"/>
          <pc:sldLayoutMkLst>
            <pc:docMk/>
            <pc:sldMasterMk cId="3979100558" sldId="2147483686"/>
            <pc:sldLayoutMk cId="881520324" sldId="2147483677"/>
          </pc:sldLayoutMkLst>
        </pc:sldLayoutChg>
        <pc:sldLayoutChg chg="add del">
          <pc:chgData name="Laxmikanth Oruganti" userId="e407518b2432f0f4" providerId="LiveId" clId="{3B37ADA5-B123-4402-AD3E-0A2D5EEB643F}" dt="2025-12-12T03:34:54.009" v="32" actId="26606"/>
          <pc:sldLayoutMkLst>
            <pc:docMk/>
            <pc:sldMasterMk cId="3979100558" sldId="2147483686"/>
            <pc:sldLayoutMk cId="580895558" sldId="2147483678"/>
          </pc:sldLayoutMkLst>
        </pc:sldLayoutChg>
        <pc:sldLayoutChg chg="add del">
          <pc:chgData name="Laxmikanth Oruganti" userId="e407518b2432f0f4" providerId="LiveId" clId="{3B37ADA5-B123-4402-AD3E-0A2D5EEB643F}" dt="2025-12-12T03:34:54.009" v="32" actId="26606"/>
          <pc:sldLayoutMkLst>
            <pc:docMk/>
            <pc:sldMasterMk cId="3979100558" sldId="2147483686"/>
            <pc:sldLayoutMk cId="4237433864" sldId="2147483679"/>
          </pc:sldLayoutMkLst>
        </pc:sldLayoutChg>
        <pc:sldLayoutChg chg="add del">
          <pc:chgData name="Laxmikanth Oruganti" userId="e407518b2432f0f4" providerId="LiveId" clId="{3B37ADA5-B123-4402-AD3E-0A2D5EEB643F}" dt="2025-12-12T03:34:54.009" v="32" actId="26606"/>
          <pc:sldLayoutMkLst>
            <pc:docMk/>
            <pc:sldMasterMk cId="3979100558" sldId="2147483686"/>
            <pc:sldLayoutMk cId="1751444091" sldId="2147483680"/>
          </pc:sldLayoutMkLst>
        </pc:sldLayoutChg>
        <pc:sldLayoutChg chg="add del">
          <pc:chgData name="Laxmikanth Oruganti" userId="e407518b2432f0f4" providerId="LiveId" clId="{3B37ADA5-B123-4402-AD3E-0A2D5EEB643F}" dt="2025-12-12T03:34:54.009" v="32" actId="26606"/>
          <pc:sldLayoutMkLst>
            <pc:docMk/>
            <pc:sldMasterMk cId="3979100558" sldId="2147483686"/>
            <pc:sldLayoutMk cId="690124960" sldId="2147483681"/>
          </pc:sldLayoutMkLst>
        </pc:sldLayoutChg>
        <pc:sldLayoutChg chg="add del">
          <pc:chgData name="Laxmikanth Oruganti" userId="e407518b2432f0f4" providerId="LiveId" clId="{3B37ADA5-B123-4402-AD3E-0A2D5EEB643F}" dt="2025-12-12T03:34:54.009" v="32" actId="26606"/>
          <pc:sldLayoutMkLst>
            <pc:docMk/>
            <pc:sldMasterMk cId="3979100558" sldId="2147483686"/>
            <pc:sldLayoutMk cId="3710086066" sldId="2147483682"/>
          </pc:sldLayoutMkLst>
        </pc:sldLayoutChg>
        <pc:sldLayoutChg chg="add del">
          <pc:chgData name="Laxmikanth Oruganti" userId="e407518b2432f0f4" providerId="LiveId" clId="{3B37ADA5-B123-4402-AD3E-0A2D5EEB643F}" dt="2025-12-12T03:34:54.009" v="32" actId="26606"/>
          <pc:sldLayoutMkLst>
            <pc:docMk/>
            <pc:sldMasterMk cId="3979100558" sldId="2147483686"/>
            <pc:sldLayoutMk cId="374095431" sldId="2147483683"/>
          </pc:sldLayoutMkLst>
        </pc:sldLayoutChg>
        <pc:sldLayoutChg chg="add del">
          <pc:chgData name="Laxmikanth Oruganti" userId="e407518b2432f0f4" providerId="LiveId" clId="{3B37ADA5-B123-4402-AD3E-0A2D5EEB643F}" dt="2025-12-12T03:34:54.009" v="32" actId="26606"/>
          <pc:sldLayoutMkLst>
            <pc:docMk/>
            <pc:sldMasterMk cId="3979100558" sldId="2147483686"/>
            <pc:sldLayoutMk cId="2912801149" sldId="2147483684"/>
          </pc:sldLayoutMkLst>
        </pc:sldLayoutChg>
        <pc:sldLayoutChg chg="add del">
          <pc:chgData name="Laxmikanth Oruganti" userId="e407518b2432f0f4" providerId="LiveId" clId="{3B37ADA5-B123-4402-AD3E-0A2D5EEB643F}" dt="2025-12-12T03:34:54.009" v="32" actId="26606"/>
          <pc:sldLayoutMkLst>
            <pc:docMk/>
            <pc:sldMasterMk cId="3979100558" sldId="2147483686"/>
            <pc:sldLayoutMk cId="63599888" sldId="2147483685"/>
          </pc:sldLayoutMkLst>
        </pc:sldLayoutChg>
      </pc:sldMasterChg>
      <pc:sldMasterChg chg="add addSldLayout">
        <pc:chgData name="Laxmikanth Oruganti" userId="e407518b2432f0f4" providerId="LiveId" clId="{3B37ADA5-B123-4402-AD3E-0A2D5EEB643F}" dt="2025-12-12T03:35:02.371" v="37" actId="26606"/>
        <pc:sldMasterMkLst>
          <pc:docMk/>
          <pc:sldMasterMk cId="2350597247" sldId="2147483738"/>
        </pc:sldMasterMkLst>
        <pc:sldLayoutChg chg="add">
          <pc:chgData name="Laxmikanth Oruganti" userId="e407518b2432f0f4" providerId="LiveId" clId="{3B37ADA5-B123-4402-AD3E-0A2D5EEB643F}" dt="2025-12-12T03:35:02.371" v="37" actId="26606"/>
          <pc:sldLayoutMkLst>
            <pc:docMk/>
            <pc:sldMasterMk cId="2350597247" sldId="2147483738"/>
            <pc:sldLayoutMk cId="615762141" sldId="2147483727"/>
          </pc:sldLayoutMkLst>
        </pc:sldLayoutChg>
        <pc:sldLayoutChg chg="add">
          <pc:chgData name="Laxmikanth Oruganti" userId="e407518b2432f0f4" providerId="LiveId" clId="{3B37ADA5-B123-4402-AD3E-0A2D5EEB643F}" dt="2025-12-12T03:35:02.371" v="37" actId="26606"/>
          <pc:sldLayoutMkLst>
            <pc:docMk/>
            <pc:sldMasterMk cId="2350597247" sldId="2147483738"/>
            <pc:sldLayoutMk cId="1942105841" sldId="2147483728"/>
          </pc:sldLayoutMkLst>
        </pc:sldLayoutChg>
        <pc:sldLayoutChg chg="add">
          <pc:chgData name="Laxmikanth Oruganti" userId="e407518b2432f0f4" providerId="LiveId" clId="{3B37ADA5-B123-4402-AD3E-0A2D5EEB643F}" dt="2025-12-12T03:35:02.371" v="37" actId="26606"/>
          <pc:sldLayoutMkLst>
            <pc:docMk/>
            <pc:sldMasterMk cId="2350597247" sldId="2147483738"/>
            <pc:sldLayoutMk cId="2258333229" sldId="2147483729"/>
          </pc:sldLayoutMkLst>
        </pc:sldLayoutChg>
        <pc:sldLayoutChg chg="add">
          <pc:chgData name="Laxmikanth Oruganti" userId="e407518b2432f0f4" providerId="LiveId" clId="{3B37ADA5-B123-4402-AD3E-0A2D5EEB643F}" dt="2025-12-12T03:35:02.371" v="37" actId="26606"/>
          <pc:sldLayoutMkLst>
            <pc:docMk/>
            <pc:sldMasterMk cId="2350597247" sldId="2147483738"/>
            <pc:sldLayoutMk cId="3329886813" sldId="2147483730"/>
          </pc:sldLayoutMkLst>
        </pc:sldLayoutChg>
        <pc:sldLayoutChg chg="add">
          <pc:chgData name="Laxmikanth Oruganti" userId="e407518b2432f0f4" providerId="LiveId" clId="{3B37ADA5-B123-4402-AD3E-0A2D5EEB643F}" dt="2025-12-12T03:35:02.371" v="37" actId="26606"/>
          <pc:sldLayoutMkLst>
            <pc:docMk/>
            <pc:sldMasterMk cId="2350597247" sldId="2147483738"/>
            <pc:sldLayoutMk cId="2042862766" sldId="2147483731"/>
          </pc:sldLayoutMkLst>
        </pc:sldLayoutChg>
        <pc:sldLayoutChg chg="add">
          <pc:chgData name="Laxmikanth Oruganti" userId="e407518b2432f0f4" providerId="LiveId" clId="{3B37ADA5-B123-4402-AD3E-0A2D5EEB643F}" dt="2025-12-12T03:35:02.371" v="37" actId="26606"/>
          <pc:sldLayoutMkLst>
            <pc:docMk/>
            <pc:sldMasterMk cId="2350597247" sldId="2147483738"/>
            <pc:sldLayoutMk cId="4149497333" sldId="2147483732"/>
          </pc:sldLayoutMkLst>
        </pc:sldLayoutChg>
        <pc:sldLayoutChg chg="add">
          <pc:chgData name="Laxmikanth Oruganti" userId="e407518b2432f0f4" providerId="LiveId" clId="{3B37ADA5-B123-4402-AD3E-0A2D5EEB643F}" dt="2025-12-12T03:35:02.371" v="37" actId="26606"/>
          <pc:sldLayoutMkLst>
            <pc:docMk/>
            <pc:sldMasterMk cId="2350597247" sldId="2147483738"/>
            <pc:sldLayoutMk cId="1075214779" sldId="2147483733"/>
          </pc:sldLayoutMkLst>
        </pc:sldLayoutChg>
        <pc:sldLayoutChg chg="add">
          <pc:chgData name="Laxmikanth Oruganti" userId="e407518b2432f0f4" providerId="LiveId" clId="{3B37ADA5-B123-4402-AD3E-0A2D5EEB643F}" dt="2025-12-12T03:35:02.371" v="37" actId="26606"/>
          <pc:sldLayoutMkLst>
            <pc:docMk/>
            <pc:sldMasterMk cId="2350597247" sldId="2147483738"/>
            <pc:sldLayoutMk cId="3169866794" sldId="2147483734"/>
          </pc:sldLayoutMkLst>
        </pc:sldLayoutChg>
        <pc:sldLayoutChg chg="add">
          <pc:chgData name="Laxmikanth Oruganti" userId="e407518b2432f0f4" providerId="LiveId" clId="{3B37ADA5-B123-4402-AD3E-0A2D5EEB643F}" dt="2025-12-12T03:35:02.371" v="37" actId="26606"/>
          <pc:sldLayoutMkLst>
            <pc:docMk/>
            <pc:sldMasterMk cId="2350597247" sldId="2147483738"/>
            <pc:sldLayoutMk cId="2040582301" sldId="2147483735"/>
          </pc:sldLayoutMkLst>
        </pc:sldLayoutChg>
        <pc:sldLayoutChg chg="add">
          <pc:chgData name="Laxmikanth Oruganti" userId="e407518b2432f0f4" providerId="LiveId" clId="{3B37ADA5-B123-4402-AD3E-0A2D5EEB643F}" dt="2025-12-12T03:35:02.371" v="37" actId="26606"/>
          <pc:sldLayoutMkLst>
            <pc:docMk/>
            <pc:sldMasterMk cId="2350597247" sldId="2147483738"/>
            <pc:sldLayoutMk cId="2555173456" sldId="2147483736"/>
          </pc:sldLayoutMkLst>
        </pc:sldLayoutChg>
        <pc:sldLayoutChg chg="add">
          <pc:chgData name="Laxmikanth Oruganti" userId="e407518b2432f0f4" providerId="LiveId" clId="{3B37ADA5-B123-4402-AD3E-0A2D5EEB643F}" dt="2025-12-12T03:35:02.371" v="37" actId="26606"/>
          <pc:sldLayoutMkLst>
            <pc:docMk/>
            <pc:sldMasterMk cId="2350597247" sldId="2147483738"/>
            <pc:sldLayoutMk cId="3571073955" sldId="2147483737"/>
          </pc:sldLayoutMkLst>
        </pc:sldLayoutChg>
      </pc:sldMasterChg>
      <pc:sldMasterChg chg="add del addSldLayout delSldLayout">
        <pc:chgData name="Laxmikanth Oruganti" userId="e407518b2432f0f4" providerId="LiveId" clId="{3B37ADA5-B123-4402-AD3E-0A2D5EEB643F}" dt="2025-12-12T03:35:02.327" v="36" actId="26606"/>
        <pc:sldMasterMkLst>
          <pc:docMk/>
          <pc:sldMasterMk cId="2956401629" sldId="2147483751"/>
        </pc:sldMasterMkLst>
        <pc:sldLayoutChg chg="add del">
          <pc:chgData name="Laxmikanth Oruganti" userId="e407518b2432f0f4" providerId="LiveId" clId="{3B37ADA5-B123-4402-AD3E-0A2D5EEB643F}" dt="2025-12-12T03:35:02.327" v="36" actId="26606"/>
          <pc:sldLayoutMkLst>
            <pc:docMk/>
            <pc:sldMasterMk cId="2956401629" sldId="2147483751"/>
            <pc:sldLayoutMk cId="2384497730" sldId="2147483740"/>
          </pc:sldLayoutMkLst>
        </pc:sldLayoutChg>
        <pc:sldLayoutChg chg="add del">
          <pc:chgData name="Laxmikanth Oruganti" userId="e407518b2432f0f4" providerId="LiveId" clId="{3B37ADA5-B123-4402-AD3E-0A2D5EEB643F}" dt="2025-12-12T03:35:02.327" v="36" actId="26606"/>
          <pc:sldLayoutMkLst>
            <pc:docMk/>
            <pc:sldMasterMk cId="2956401629" sldId="2147483751"/>
            <pc:sldLayoutMk cId="200591519" sldId="2147483741"/>
          </pc:sldLayoutMkLst>
        </pc:sldLayoutChg>
        <pc:sldLayoutChg chg="add del">
          <pc:chgData name="Laxmikanth Oruganti" userId="e407518b2432f0f4" providerId="LiveId" clId="{3B37ADA5-B123-4402-AD3E-0A2D5EEB643F}" dt="2025-12-12T03:35:02.327" v="36" actId="26606"/>
          <pc:sldLayoutMkLst>
            <pc:docMk/>
            <pc:sldMasterMk cId="2956401629" sldId="2147483751"/>
            <pc:sldLayoutMk cId="4187734331" sldId="2147483742"/>
          </pc:sldLayoutMkLst>
        </pc:sldLayoutChg>
        <pc:sldLayoutChg chg="add del">
          <pc:chgData name="Laxmikanth Oruganti" userId="e407518b2432f0f4" providerId="LiveId" clId="{3B37ADA5-B123-4402-AD3E-0A2D5EEB643F}" dt="2025-12-12T03:35:02.327" v="36" actId="26606"/>
          <pc:sldLayoutMkLst>
            <pc:docMk/>
            <pc:sldMasterMk cId="2956401629" sldId="2147483751"/>
            <pc:sldLayoutMk cId="1851949119" sldId="2147483743"/>
          </pc:sldLayoutMkLst>
        </pc:sldLayoutChg>
        <pc:sldLayoutChg chg="add del">
          <pc:chgData name="Laxmikanth Oruganti" userId="e407518b2432f0f4" providerId="LiveId" clId="{3B37ADA5-B123-4402-AD3E-0A2D5EEB643F}" dt="2025-12-12T03:35:02.327" v="36" actId="26606"/>
          <pc:sldLayoutMkLst>
            <pc:docMk/>
            <pc:sldMasterMk cId="2956401629" sldId="2147483751"/>
            <pc:sldLayoutMk cId="2125731847" sldId="2147483744"/>
          </pc:sldLayoutMkLst>
        </pc:sldLayoutChg>
        <pc:sldLayoutChg chg="add del">
          <pc:chgData name="Laxmikanth Oruganti" userId="e407518b2432f0f4" providerId="LiveId" clId="{3B37ADA5-B123-4402-AD3E-0A2D5EEB643F}" dt="2025-12-12T03:35:02.327" v="36" actId="26606"/>
          <pc:sldLayoutMkLst>
            <pc:docMk/>
            <pc:sldMasterMk cId="2956401629" sldId="2147483751"/>
            <pc:sldLayoutMk cId="3025137820" sldId="2147483745"/>
          </pc:sldLayoutMkLst>
        </pc:sldLayoutChg>
        <pc:sldLayoutChg chg="add del">
          <pc:chgData name="Laxmikanth Oruganti" userId="e407518b2432f0f4" providerId="LiveId" clId="{3B37ADA5-B123-4402-AD3E-0A2D5EEB643F}" dt="2025-12-12T03:35:02.327" v="36" actId="26606"/>
          <pc:sldLayoutMkLst>
            <pc:docMk/>
            <pc:sldMasterMk cId="2956401629" sldId="2147483751"/>
            <pc:sldLayoutMk cId="1235181202" sldId="2147483746"/>
          </pc:sldLayoutMkLst>
        </pc:sldLayoutChg>
        <pc:sldLayoutChg chg="add del">
          <pc:chgData name="Laxmikanth Oruganti" userId="e407518b2432f0f4" providerId="LiveId" clId="{3B37ADA5-B123-4402-AD3E-0A2D5EEB643F}" dt="2025-12-12T03:35:02.327" v="36" actId="26606"/>
          <pc:sldLayoutMkLst>
            <pc:docMk/>
            <pc:sldMasterMk cId="2956401629" sldId="2147483751"/>
            <pc:sldLayoutMk cId="556227282" sldId="2147483747"/>
          </pc:sldLayoutMkLst>
        </pc:sldLayoutChg>
        <pc:sldLayoutChg chg="add del">
          <pc:chgData name="Laxmikanth Oruganti" userId="e407518b2432f0f4" providerId="LiveId" clId="{3B37ADA5-B123-4402-AD3E-0A2D5EEB643F}" dt="2025-12-12T03:35:02.327" v="36" actId="26606"/>
          <pc:sldLayoutMkLst>
            <pc:docMk/>
            <pc:sldMasterMk cId="2956401629" sldId="2147483751"/>
            <pc:sldLayoutMk cId="3740355567" sldId="2147483748"/>
          </pc:sldLayoutMkLst>
        </pc:sldLayoutChg>
        <pc:sldLayoutChg chg="add del">
          <pc:chgData name="Laxmikanth Oruganti" userId="e407518b2432f0f4" providerId="LiveId" clId="{3B37ADA5-B123-4402-AD3E-0A2D5EEB643F}" dt="2025-12-12T03:35:02.327" v="36" actId="26606"/>
          <pc:sldLayoutMkLst>
            <pc:docMk/>
            <pc:sldMasterMk cId="2956401629" sldId="2147483751"/>
            <pc:sldLayoutMk cId="2621882387" sldId="2147483749"/>
          </pc:sldLayoutMkLst>
        </pc:sldLayoutChg>
        <pc:sldLayoutChg chg="add del">
          <pc:chgData name="Laxmikanth Oruganti" userId="e407518b2432f0f4" providerId="LiveId" clId="{3B37ADA5-B123-4402-AD3E-0A2D5EEB643F}" dt="2025-12-12T03:35:02.327" v="36" actId="26606"/>
          <pc:sldLayoutMkLst>
            <pc:docMk/>
            <pc:sldMasterMk cId="2956401629" sldId="2147483751"/>
            <pc:sldLayoutMk cId="1940548434" sldId="2147483750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EB46B8FB-F6A2-5F47-A6CD-A7E17E69270F}"/>
              </a:ext>
            </a:extLst>
          </p:cNvPr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DAB39E9-6F50-3F4B-9DDB-FC0E0CA99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150" y="768334"/>
            <a:ext cx="5066001" cy="2866405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2C33E-E9A6-304D-BBCB-97AD0B213C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150" y="4283239"/>
            <a:ext cx="5066001" cy="1475177"/>
          </a:xfrm>
        </p:spPr>
        <p:txBody>
          <a:bodyPr anchor="b"/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C75C4-E533-BE48-B528-D1A278BC39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457200"/>
            <a:ext cx="3608205" cy="365125"/>
          </a:xfrm>
        </p:spPr>
        <p:txBody>
          <a:bodyPr/>
          <a:lstStyle>
            <a:lvl1pPr algn="l">
              <a:defRPr/>
            </a:lvl1pPr>
          </a:lstStyle>
          <a:p>
            <a:pPr algn="l"/>
            <a:fld id="{A5B0A250-5CC0-1746-B209-08E8B0DAE6AF}" type="datetimeFigureOut">
              <a:rPr lang="en-US" smtClean="0"/>
              <a:pPr algn="l"/>
              <a:t>12/11/2025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9BA8A-EF83-434D-A90E-0805D1104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FDDE0-90B9-AD4E-B0EB-E7464FA9C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3A3282-0389-C547-8CA6-7F3E7F27B34D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9866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F0CAFDA3-320A-C24D-A7A1-20C1267EC987}"/>
              </a:ext>
            </a:extLst>
          </p:cNvPr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2411669-6E2C-2243-99CD-6BC9D724FA1F}"/>
                </a:ext>
              </a:extLst>
            </p:cNvPr>
            <p:cNvSpPr/>
            <p:nvPr/>
          </p:nvSpPr>
          <p:spPr>
            <a:xfrm>
              <a:off x="8928528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4E0C522-0F40-ED44-A700-F1BCD1CF74F5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B79B4380-CBEC-C341-A10E-5EF9A8597959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04AD70E-5490-4C4E-A05D-D67949C51A74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28A8883-9F24-0047-92B7-45B3D2E7D9C0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AC3A3BB-FD2C-FB44-9478-FA87EF229D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BF46B3B1-E981-BB40-B916-51A6D3851969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EA7DAE92-7D6B-B042-83BE-047C8EC322A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06AADCE6-4277-EA49-AF23-63B53CA6772A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58CEA343-047B-DF4E-A7A8-881C7740EA3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FCCBAA07-17CE-2740-AA04-AEDA5EAD2796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BF15C430-7951-6040-BD4C-4E996E94480E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0B3467F9-370D-5C4C-9EDE-E0CA0E401568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52A1E4-52BA-534C-AECC-35C3CF44F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15675-65B4-E14F-9785-663A83B7B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76A1E-2332-684F-BDD2-687C166BD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B8CB0-B7BE-7D4F-B254-8A2F8AEC2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5A569-A063-8E40-B703-82B11D2A9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7169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231D73A-BA91-794F-8C09-4F4B41A6D08B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0582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3ABDDED5-B489-454D-A72D-46C9473AB018}"/>
              </a:ext>
            </a:extLst>
          </p:cNvPr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6338A9A-49A1-B04D-B479-43604A5CD6D5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3151B6D8-101B-F34D-992A-1668DB5D0067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21D4DE71-EB1A-E74C-9364-5FEC5377F4EF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BD99A5CD-9D3A-DA46-AD96-34B9DB522051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E6537DF9-74F2-924C-9B63-22B100C80C92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D7655457-8E4D-F34C-A595-66A45E9C3A1F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FB0E8D2C-8947-E44C-BC5F-F81B083DAA3E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ED57F45D-85B8-AC49-A2BA-E941F1BE7F15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A576359-CAE3-634C-8DF8-A834BCD7D668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6343F35-6601-BD4A-B9A5-25361D0453D2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5ED1C169-DCD9-9C4B-91B1-519621155A64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2328AC7-E0BC-0E46-A25B-11D523EC8100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32BBE02A-588F-6C4D-B310-694098C6A340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6751D5A0-C90A-0A44-8654-CFE1B719B35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F0FA086-0D80-B74A-9B37-5EACDE30D61F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022E302-2A55-8844-A50B-DC16D075E16B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F4B325F5-A048-2843-A40B-3B2B31ECED76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7707B616-7E85-5442-B46B-AF9426A7A0E9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08914A00-D181-5847-A150-77CE67F94369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DAF2D976-5F49-2848-B465-C85708A6D706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5E333474-B850-354C-A2E2-01735C948D47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BC25646C-71B3-4A44-A4FE-C3CABE5580BB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B598CFE9-67EE-E342-9EF7-F40A1E0BE59E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1E29AD13-94FE-1349-A28E-10F6E780F510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50648E-B4D5-4145-84E7-46B5793EA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68351"/>
            <a:ext cx="5066001" cy="2334768"/>
          </a:xfrm>
        </p:spPr>
        <p:txBody>
          <a:bodyPr anchor="t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B92A6-7558-3148-B855-5BC58B415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4255453"/>
            <a:ext cx="5066001" cy="1500187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0B541-D211-974B-97FE-C1F9473A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27FB0-D95A-D543-8E29-6E5F22B49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C4404-F49D-9F48-A10B-1F60870B4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6A1FD1-D82F-3141-8687-8D7C0631C21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5173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442ECFEB-12CF-4C4F-BC8A-5816C27CA565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26C9482-2804-144B-88B2-0AF191BD757D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1363F79-96BD-9240-86E2-DF26C9C2437D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53F0BF1-DA57-1D49-82F0-802F4D385A85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CD42A1B-A03A-C946-8A2A-CE437EA433FD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591FE00-3AAF-9B4B-8107-E94D50828227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49E92E9-89A7-4842-B271-411C7DF75D2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C29C99-0841-9F46-AB1A-E9751DFE448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0AB684-BDA8-014B-8DCC-125F8B8DC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40E05-0F5F-6243-AD57-66BFC33AD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2851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70B3A4-11FE-D94C-9B93-255E36231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9638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BEEAF-F881-6E48-84AF-E5CEEF1C7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72753-1CC3-9244-9AF0-6927018A6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DD55D0-FCC7-AC42-9810-9B49E3348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C736C3-88FB-244C-83B8-B2856998D221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1073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B7D16A9C-7411-5242-A59C-816B8907E3BE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997260B-7D44-7049-B605-7FD6E6CE5612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D6AF601-77C3-D74A-B1E5-7F33703A6927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4DFCA921-0F9E-2E41-A285-75409E25501A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20B9E03-438B-FC42-9DA1-835D5BC3FE8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670E1F-61CD-8940-A898-6D5092A78BB9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80C64CF-0C6A-3449-9709-AE038C4A7995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EC46D5B-957F-A24C-8E36-CC71F660EC8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058182F-7B5E-FD42-AFC6-A3848D833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768096"/>
            <a:ext cx="7333488" cy="12710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9E4DE-75C0-C841-A68D-9D7BBAD76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2149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C87F7-356E-9E43-97A0-D972B2285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2149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AB4C28-30CB-CC4E-A25E-F4FEFA49BC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3066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ED0191-963B-1E4C-BEC5-9B42E39514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83066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0E0BED-3EB7-BB4A-A556-FA967FB01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A2466A-4D90-174C-B382-AC4674D72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EADE49-8082-214B-9742-5EE8DA2E9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E39200-18D5-014B-BAB8-FF5D0BA15E0C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5762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D7DF52F6-A06E-0343-95B8-DAAC38DB4B8C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7092C52-7052-0749-9DA0-9374DBF495AE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64E1C2F-81E1-C44D-859C-946596C950F2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3626485-4263-0A44-9561-E278A7056C33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D45AAB5-3CCC-DE4A-A962-3702911B55C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CAFB16F-8EDE-D44F-A51E-34EDC41E7404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CD51329-732C-BB4C-98E5-715BAF9F8853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92B5D44-BC55-AF4C-984D-C8231B22F80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A1E9E2-564E-7049-A22F-BB5B876BA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359D05-C08D-7747-B2FC-3F62B335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FF615-BB08-A844-B689-BAA7C5040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3A67D-F96F-4849-8C83-49CC3A653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CFAAB9-2B6B-8D4C-A748-433E2C393EA6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9497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BCA70-D63D-40F6-B9B3-4E49B96E2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12/11/2025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F12559-BD91-4904-A24A-0CF0A2324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58BB7-74A5-4A6F-A0FF-021E68F02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2105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D0914A35-7AAF-4B42-9C68-47A633EFD9D0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ABCED79-0E70-FB4D-ABF2-D859BF5556E4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364885D-A3A4-5144-AB4E-7624F27287E6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22073D5-CC72-0549-BD26-F7AF9851BE45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827A049-C9FD-554E-9B01-F151B0D9E86B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6832559-4D18-8744-AB91-9FCFAB732477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BF97A623-E5DC-1B44-B687-8643B9F0D741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637BBE1-2C82-4E45-B5C5-35E07B05E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1" y="764973"/>
            <a:ext cx="3609982" cy="1395043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01F2E-A734-364B-8A7D-990D6B889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4832" y="770890"/>
            <a:ext cx="6112517" cy="480057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7CBAD9-5515-1748-8E77-F48160F4E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7089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6C22B-80D4-AA42-9999-401E37B46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55DE4-33E8-7F4B-9334-95EA6084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70FA5-21EE-D742-8F01-C1BAE0FDB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EF966AA-D7DF-F84D-80D4-E216A641B00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8333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210D391A-F01E-4947-8A01-95438AA0B323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D499306-B4E0-064D-8F6C-96E9C4BD04DA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F3D0241-0A21-8047-8CE3-B3FDD5FDF71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3083F97-6891-0447-957C-AB0834B826D2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2EF7D75-E7C1-5147-A03B-3EC641CF3B0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6D7CA94-94B4-C140-8C68-01C0ADFA1C7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11CD629-C318-A848-BDDE-BBA9465EBF9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A5AC1F8-1370-E946-977E-E4CFC6947BA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4CEE63B-B967-0A48-9623-220376760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89"/>
            <a:ext cx="3609983" cy="1389127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11F680-28C8-FA44-9CD5-20709DA02E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23838" y="890816"/>
            <a:ext cx="6060136" cy="4870411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D507CD-197E-BB4C-83A6-DA3FC97A2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60121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9E00AC-DF6C-D548-8A06-D6269BDB0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D113B-57D4-9A4F-BFE0-2A3963B42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D9954-FA18-8948-AA52-21CED0594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E3EB25D-2379-5040-B990-1C99B0B7D931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9886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7ED46EE4-CE67-DD46-A751-9FEA049A22B8}"/>
              </a:ext>
            </a:extLst>
          </p:cNvPr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55C5B70-D34F-8A49-B220-808CE2BBB7F3}"/>
                </a:ext>
              </a:extLst>
            </p:cNvPr>
            <p:cNvSpPr/>
            <p:nvPr/>
          </p:nvSpPr>
          <p:spPr>
            <a:xfrm>
              <a:off x="8928528" y="491812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BBFE624-6DBD-8541-B43B-180C0AFA21F0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E01AC23-2120-A542-B140-5A29AA27A2C8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54689C0-9C35-9B4D-906B-DA287DA55A38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96570F0-11E0-6147-9053-E3A4B5DBA0E4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BDD97F6-A366-B54A-B889-42E97AFEDE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8E853BC-EE80-374B-B823-8D51A948C4CF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4B5B70B1-649D-9848-B5D4-6DE04D55F5F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46A2092A-2157-0A49-937F-BBAE14687DE7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092371E-D526-AF43-816F-F7AEBA9FF16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06995714-B51E-E84A-9FD5-3AD33004E517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0FDB0CC5-76AA-6E44-8376-4EE649C1DE42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3D981F0B-8982-1C45-8D7C-30E744003823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76EEB7-1E87-0447-8CD6-DD220CF4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AE526-3A03-9B41-8C9F-27156E701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08D72-182D-C947-B3F7-B74948D08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6E396-D059-AF4D-A1D9-C1347978A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845B6-87C0-2F4A-8146-00E911CDF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480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8A912D-4325-C449-BF2E-F331A221C69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7335146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2862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C3803ECC-8207-244B-8051-94AA5304EDD9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F2E8536-821C-3846-A152-2001B7BA4BC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7A02781-FFB4-C04E-97FB-78D26A9E8F1C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4C29607-37D2-7A4B-98E2-2C851CD6776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12FC7BA-80CC-1C4E-B268-B3EEA08137F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EBC8FB1-96B9-D84A-BD2A-BC8410EBE012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A8455B4-A778-B44D-A7E8-C45A4846D9F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407CCA-80EF-2B45-8F8C-7D5796A61B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50095" y="976630"/>
            <a:ext cx="2268507" cy="47845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A221C3-F2D3-FC4F-938B-4C4CAC737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65150" y="976630"/>
            <a:ext cx="8264057" cy="478459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61B46-3E9A-AC48-8C84-5B46EA1EC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F8F49-5859-714C-8EE1-61A74F324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B6F69-3FFA-D94F-BA99-873D36F7F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31B40EC-87DB-A64F-9D4B-98A86F7CEFFF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5214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0D98E2-86CE-4D4F-9F8F-17C83D19A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7335835" cy="12689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4B4F2-48A4-A140-B59B-7A2ED9FD4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2160016"/>
            <a:ext cx="7335835" cy="3601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F4A7E-D5FF-BF48-8E01-8F46150ABF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6928" y="457200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A5B0A250-5CC0-1746-B209-08E8B0DAE6AF}" type="datetimeFigureOut">
              <a:rPr lang="en-US" smtClean="0"/>
              <a:pPr/>
              <a:t>12/11/2025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31757-5039-BF46-B47A-50DA8FFBC0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5150" y="6141085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3FD16-4337-B940-905E-D20A26FD48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9678" y="6141085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0597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27" r:id="rId5"/>
    <p:sldLayoutId id="2147483732" r:id="rId6"/>
    <p:sldLayoutId id="2147483728" r:id="rId7"/>
    <p:sldLayoutId id="2147483729" r:id="rId8"/>
    <p:sldLayoutId id="2147483730" r:id="rId9"/>
    <p:sldLayoutId id="2147483731" r:id="rId10"/>
    <p:sldLayoutId id="214748373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roup 83">
            <a:extLst>
              <a:ext uri="{FF2B5EF4-FFF2-40B4-BE49-F238E27FC236}">
                <a16:creationId xmlns:a16="http://schemas.microsoft.com/office/drawing/2014/main" id="{F0CAFDA3-320A-C24D-A7A1-20C1267EC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2411669-6E2C-2243-99CD-6BC9D724F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8528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Freeform 23">
              <a:extLst>
                <a:ext uri="{FF2B5EF4-FFF2-40B4-BE49-F238E27FC236}">
                  <a16:creationId xmlns:a16="http://schemas.microsoft.com/office/drawing/2014/main" id="{C4E0C522-0F40-ED44-A700-F1BCD1CF74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 24">
              <a:extLst>
                <a:ext uri="{FF2B5EF4-FFF2-40B4-BE49-F238E27FC236}">
                  <a16:creationId xmlns:a16="http://schemas.microsoft.com/office/drawing/2014/main" id="{B79B4380-CBEC-C341-A10E-5EF9A85979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F04AD70E-5490-4C4E-A05D-D67949C51A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28A8883-9F24-0047-92B7-45B3D2E7D9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AAC3A3BB-FD2C-FB44-9478-FA87EF229D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 28">
              <a:extLst>
                <a:ext uri="{FF2B5EF4-FFF2-40B4-BE49-F238E27FC236}">
                  <a16:creationId xmlns:a16="http://schemas.microsoft.com/office/drawing/2014/main" id="{BF46B3B1-E981-BB40-B916-51A6D38519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8" name="Freeform 29">
              <a:extLst>
                <a:ext uri="{FF2B5EF4-FFF2-40B4-BE49-F238E27FC236}">
                  <a16:creationId xmlns:a16="http://schemas.microsoft.com/office/drawing/2014/main" id="{EA7DAE92-7D6B-B042-83BE-047C8EC322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9" name="Freeform 30">
              <a:extLst>
                <a:ext uri="{FF2B5EF4-FFF2-40B4-BE49-F238E27FC236}">
                  <a16:creationId xmlns:a16="http://schemas.microsoft.com/office/drawing/2014/main" id="{06AADCE6-4277-EA49-AF23-63B53CA677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31">
              <a:extLst>
                <a:ext uri="{FF2B5EF4-FFF2-40B4-BE49-F238E27FC236}">
                  <a16:creationId xmlns:a16="http://schemas.microsoft.com/office/drawing/2014/main" id="{58CEA343-047B-DF4E-A7A8-881C7740E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32">
              <a:extLst>
                <a:ext uri="{FF2B5EF4-FFF2-40B4-BE49-F238E27FC236}">
                  <a16:creationId xmlns:a16="http://schemas.microsoft.com/office/drawing/2014/main" id="{FCCBAA07-17CE-2740-AA04-AEDA5EAD27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33">
              <a:extLst>
                <a:ext uri="{FF2B5EF4-FFF2-40B4-BE49-F238E27FC236}">
                  <a16:creationId xmlns:a16="http://schemas.microsoft.com/office/drawing/2014/main" id="{BF15C430-7951-6040-BD4C-4E996E9448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34">
              <a:extLst>
                <a:ext uri="{FF2B5EF4-FFF2-40B4-BE49-F238E27FC236}">
                  <a16:creationId xmlns:a16="http://schemas.microsoft.com/office/drawing/2014/main" id="{0B3467F9-370D-5C4C-9EDE-E0CA0E4015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231D73A-BA91-794F-8C09-4F4B41A6D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A00BDF4-7643-A942-A588-F24E4E09AA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29" name="Freeform 32">
              <a:extLst>
                <a:ext uri="{FF2B5EF4-FFF2-40B4-BE49-F238E27FC236}">
                  <a16:creationId xmlns:a16="http://schemas.microsoft.com/office/drawing/2014/main" id="{90B25A21-16B9-8D47-928B-2367A0B8C0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34">
              <a:extLst>
                <a:ext uri="{FF2B5EF4-FFF2-40B4-BE49-F238E27FC236}">
                  <a16:creationId xmlns:a16="http://schemas.microsoft.com/office/drawing/2014/main" id="{E5E64190-3AC0-0A48-9917-5FAE935A8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47">
              <a:extLst>
                <a:ext uri="{FF2B5EF4-FFF2-40B4-BE49-F238E27FC236}">
                  <a16:creationId xmlns:a16="http://schemas.microsoft.com/office/drawing/2014/main" id="{AE71CDB8-B430-F14E-99C8-E6AAB8E21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48">
              <a:extLst>
                <a:ext uri="{FF2B5EF4-FFF2-40B4-BE49-F238E27FC236}">
                  <a16:creationId xmlns:a16="http://schemas.microsoft.com/office/drawing/2014/main" id="{DCA37B0A-FCCC-7642-B70D-56AD50049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0C79CCC-DCFA-859A-DCF3-330101CA4A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24243" y="770890"/>
            <a:ext cx="6400999" cy="126898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A Study of Domain-Agnostic Optimization Techniques in High-Performance Computing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CC2C75-6532-230B-328F-6C8B340511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24243" y="2160016"/>
            <a:ext cx="6400999" cy="3601212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Laxmi Kanth Oruganti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University of the Cumberlands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MSCS 532: Algorithms and Data Structures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Prof. Brandon Bass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12/12/2025</a:t>
            </a:r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59A1F9F0-5F1E-45C1-071D-1AEC4C42CD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344" r="25325" b="-2"/>
          <a:stretch>
            <a:fillRect/>
          </a:stretch>
        </p:blipFill>
        <p:spPr>
          <a:xfrm>
            <a:off x="20" y="1"/>
            <a:ext cx="4657325" cy="6857999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F3CF3DF-4809-5B42-9F22-981391379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24243" y="6087110"/>
            <a:ext cx="640099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2716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25DD2F-042C-BA1E-7279-832B93CB2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8357" y="770890"/>
            <a:ext cx="5995137" cy="1268984"/>
          </a:xfrm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5D41111-E6F5-2A15-BB0F-A35FE1CD3F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53713" y="1636778"/>
            <a:ext cx="7069782" cy="41244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Neue Haas Grotesk Text Pro (Body)"/>
              </a:rPr>
              <a:t>High-Performance Computing (HPC) Context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effectLst/>
              <a:latin typeface="Neue Haas Grotesk Text Pro (Body)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Neue Haas Grotesk Text Pro (Body)"/>
              </a:rPr>
              <a:t>HPC uses supercomputers to solve problems with complexity far beyond standard machines, such as ML servers that train LLMs, and computers used for space research.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Neue Haas Grotesk Text Pro (Body)"/>
              </a:rPr>
              <a:t>The Problem: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Neue Haas Grotesk Text Pro (Body)"/>
              </a:rPr>
              <a:t> Performance is paramount; software efficiency determines if a task completes in minutes or days.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Neue Haas Grotesk Text Pro (Body)"/>
              </a:rPr>
              <a:t>The Solution: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Neue Haas Grotesk Text Pro (Body)"/>
              </a:rPr>
              <a:t> Optimization is a necessity, not a luxury.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effectLst/>
              <a:latin typeface="Neue Haas Grotesk Text Pro (Body)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Neue Haas Grotesk Text Pro (Body)"/>
              </a:rPr>
              <a:t>Project Objective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effectLst/>
              <a:latin typeface="Neue Haas Grotesk Text Pro (Body)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Neue Haas Grotesk Text Pro (Body)"/>
              </a:rPr>
              <a:t>Investigate three foundational, domain-agnostic optimization techniques:</a:t>
            </a:r>
          </a:p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Neue Haas Grotesk Text Pro (Body)"/>
              </a:rPr>
              <a:t>Reducing Asymptotic Complexity.</a:t>
            </a:r>
          </a:p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Neue Haas Grotesk Text Pro (Body)"/>
              </a:rPr>
              <a:t>Utilizing Fast Data Structure Interfaces.</a:t>
            </a:r>
          </a:p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Neue Haas Grotesk Text Pro (Body)"/>
              </a:rPr>
              <a:t>Applying Caching and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effectLst/>
                <a:latin typeface="Neue Haas Grotesk Text Pro (Body)"/>
              </a:rPr>
              <a:t>Memoization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Neue Haas Grotesk Text Pro (Body)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28" name="Graphic 27" descr="Robot">
            <a:extLst>
              <a:ext uri="{FF2B5EF4-FFF2-40B4-BE49-F238E27FC236}">
                <a16:creationId xmlns:a16="http://schemas.microsoft.com/office/drawing/2014/main" id="{024603FC-2A9A-E9FC-CA9F-B2460A7EE7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5046" y="683483"/>
            <a:ext cx="3698265" cy="3698265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97620302-BEE8-1447-8324-5F4178AA1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36" name="Freeform 37">
              <a:extLst>
                <a:ext uri="{FF2B5EF4-FFF2-40B4-BE49-F238E27FC236}">
                  <a16:creationId xmlns:a16="http://schemas.microsoft.com/office/drawing/2014/main" id="{075332F5-EA0C-8B40-ADC9-D024EBD771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Freeform 39">
              <a:extLst>
                <a:ext uri="{FF2B5EF4-FFF2-40B4-BE49-F238E27FC236}">
                  <a16:creationId xmlns:a16="http://schemas.microsoft.com/office/drawing/2014/main" id="{2619F114-DF39-F544-B487-5430D00E13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 41">
              <a:extLst>
                <a:ext uri="{FF2B5EF4-FFF2-40B4-BE49-F238E27FC236}">
                  <a16:creationId xmlns:a16="http://schemas.microsoft.com/office/drawing/2014/main" id="{5CDF6368-32C4-A64F-8D2E-11DE400CD9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 42">
              <a:extLst>
                <a:ext uri="{FF2B5EF4-FFF2-40B4-BE49-F238E27FC236}">
                  <a16:creationId xmlns:a16="http://schemas.microsoft.com/office/drawing/2014/main" id="{148F19D8-49E5-0945-BC17-56044D43D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8C50EA3-7CF1-9542-A21D-5B3EBACC5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5950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A59D17-C086-984E-2FCC-D9089B07A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8357" y="770890"/>
            <a:ext cx="5995137" cy="126898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Technique 1 - Reducing Asymptotic Complexity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17D47-C84B-FF1C-56F4-FC5754EF6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8357" y="2160016"/>
            <a:ext cx="5995137" cy="3601212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/>
              <a:t>Theoretical Background</a:t>
            </a:r>
          </a:p>
          <a:p>
            <a:pPr>
              <a:lnSpc>
                <a:spcPct val="150000"/>
              </a:lnSpc>
            </a:pPr>
            <a:r>
              <a:rPr lang="en-US" sz="1200" dirty="0"/>
              <a:t>Asymptotic complexity describes how resource usage scales with input size(n).</a:t>
            </a:r>
          </a:p>
          <a:p>
            <a:pPr>
              <a:lnSpc>
                <a:spcPct val="150000"/>
              </a:lnSpc>
            </a:pPr>
            <a:r>
              <a:rPr lang="en-US" sz="1200" dirty="0"/>
              <a:t>Algorithms with lower orders of growth consistently outperform higher orders for large inputs.</a:t>
            </a:r>
          </a:p>
          <a:p>
            <a:pPr>
              <a:lnSpc>
                <a:spcPct val="150000"/>
              </a:lnSpc>
            </a:pPr>
            <a:r>
              <a:rPr lang="en-US" sz="1200" b="1" dirty="0"/>
              <a:t>Comparison:</a:t>
            </a:r>
            <a:r>
              <a:rPr lang="en-US" sz="1200" dirty="0"/>
              <a:t> Linear Time O(n) vs. Logarithmic Time O(</a:t>
            </a:r>
            <a:r>
              <a:rPr lang="en-US" sz="1200" dirty="0" err="1"/>
              <a:t>logn</a:t>
            </a:r>
            <a:r>
              <a:rPr lang="en-US" sz="1200" dirty="0"/>
              <a:t>).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200" b="1" dirty="0"/>
              <a:t>Experimental Setup</a:t>
            </a:r>
          </a:p>
          <a:p>
            <a:pPr>
              <a:lnSpc>
                <a:spcPct val="150000"/>
              </a:lnSpc>
            </a:pPr>
            <a:r>
              <a:rPr lang="en-US" sz="1200" b="1" dirty="0"/>
              <a:t>Task:</a:t>
            </a:r>
            <a:r>
              <a:rPr lang="en-US" sz="1200" dirty="0"/>
              <a:t> Find a target integer in a sorted list of 10,000,000 elements.</a:t>
            </a:r>
          </a:p>
          <a:p>
            <a:pPr>
              <a:lnSpc>
                <a:spcPct val="150000"/>
              </a:lnSpc>
            </a:pPr>
            <a:r>
              <a:rPr lang="en-US" sz="1200" b="1" dirty="0"/>
              <a:t>Algorithms:</a:t>
            </a:r>
          </a:p>
          <a:p>
            <a:pPr lvl="1">
              <a:lnSpc>
                <a:spcPct val="150000"/>
              </a:lnSpc>
            </a:pPr>
            <a:r>
              <a:rPr lang="en-US" sz="1200" i="1" dirty="0" err="1"/>
              <a:t>linear_search</a:t>
            </a:r>
            <a:r>
              <a:rPr lang="en-US" sz="1200" dirty="0"/>
              <a:t>: Scans sequentially (O(n)).</a:t>
            </a:r>
          </a:p>
          <a:p>
            <a:pPr lvl="1">
              <a:lnSpc>
                <a:spcPct val="150000"/>
              </a:lnSpc>
            </a:pPr>
            <a:r>
              <a:rPr lang="en-US" sz="1200" i="1" dirty="0" err="1"/>
              <a:t>binary_search</a:t>
            </a:r>
            <a:r>
              <a:rPr lang="en-US" sz="1200" i="1" dirty="0"/>
              <a:t>:</a:t>
            </a:r>
            <a:r>
              <a:rPr lang="en-US" sz="1200" dirty="0"/>
              <a:t> Divides search interval in half (O(</a:t>
            </a:r>
            <a:r>
              <a:rPr lang="en-US" sz="1200" dirty="0" err="1"/>
              <a:t>logn</a:t>
            </a:r>
            <a:r>
              <a:rPr lang="en-US" sz="1200" dirty="0"/>
              <a:t>)).</a:t>
            </a:r>
          </a:p>
          <a:p>
            <a:pPr marL="0" indent="0">
              <a:lnSpc>
                <a:spcPct val="90000"/>
              </a:lnSpc>
              <a:buNone/>
            </a:pPr>
            <a:endParaRPr lang="en-US" sz="1000" dirty="0"/>
          </a:p>
        </p:txBody>
      </p:sp>
      <p:pic>
        <p:nvPicPr>
          <p:cNvPr id="8" name="Graphic 7" descr="Statistics">
            <a:extLst>
              <a:ext uri="{FF2B5EF4-FFF2-40B4-BE49-F238E27FC236}">
                <a16:creationId xmlns:a16="http://schemas.microsoft.com/office/drawing/2014/main" id="{AE2DDB71-F985-3204-8B9C-B9A1A501AE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5046" y="683483"/>
            <a:ext cx="3698265" cy="3698265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97620302-BEE8-1447-8324-5F4178AA1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13" name="Freeform 37">
              <a:extLst>
                <a:ext uri="{FF2B5EF4-FFF2-40B4-BE49-F238E27FC236}">
                  <a16:creationId xmlns:a16="http://schemas.microsoft.com/office/drawing/2014/main" id="{075332F5-EA0C-8B40-ADC9-D024EBD771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39">
              <a:extLst>
                <a:ext uri="{FF2B5EF4-FFF2-40B4-BE49-F238E27FC236}">
                  <a16:creationId xmlns:a16="http://schemas.microsoft.com/office/drawing/2014/main" id="{2619F114-DF39-F544-B487-5430D00E13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41">
              <a:extLst>
                <a:ext uri="{FF2B5EF4-FFF2-40B4-BE49-F238E27FC236}">
                  <a16:creationId xmlns:a16="http://schemas.microsoft.com/office/drawing/2014/main" id="{5CDF6368-32C4-A64F-8D2E-11DE400CD9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42">
              <a:extLst>
                <a:ext uri="{FF2B5EF4-FFF2-40B4-BE49-F238E27FC236}">
                  <a16:creationId xmlns:a16="http://schemas.microsoft.com/office/drawing/2014/main" id="{148F19D8-49E5-0945-BC17-56044D43D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8C50EA3-7CF1-9542-A21D-5B3EBACC5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6795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51974-4C13-457E-31EB-59C8ECA52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7335835" cy="655301"/>
          </a:xfrm>
        </p:spPr>
        <p:txBody>
          <a:bodyPr>
            <a:normAutofit fontScale="90000"/>
          </a:bodyPr>
          <a:lstStyle/>
          <a:p>
            <a:r>
              <a:rPr lang="en-US" dirty="0"/>
              <a:t>Technique 1 - Empirical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E2E81-B230-EDCF-DA44-A8712952D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1525393"/>
            <a:ext cx="7335835" cy="3852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Performance Data</a:t>
            </a:r>
          </a:p>
          <a:p>
            <a:pPr marL="0" indent="0">
              <a:buNone/>
            </a:pPr>
            <a:endParaRPr lang="en-US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BA43CBC-06A7-684B-8020-E2F175DA57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455819"/>
              </p:ext>
            </p:extLst>
          </p:nvPr>
        </p:nvGraphicFramePr>
        <p:xfrm>
          <a:off x="641351" y="1983693"/>
          <a:ext cx="645795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7199">
                  <a:extLst>
                    <a:ext uri="{9D8B030D-6E8A-4147-A177-3AD203B41FA5}">
                      <a16:colId xmlns:a16="http://schemas.microsoft.com/office/drawing/2014/main" val="1277339138"/>
                    </a:ext>
                  </a:extLst>
                </a:gridCol>
                <a:gridCol w="2127250">
                  <a:extLst>
                    <a:ext uri="{9D8B030D-6E8A-4147-A177-3AD203B41FA5}">
                      <a16:colId xmlns:a16="http://schemas.microsoft.com/office/drawing/2014/main" val="2031792243"/>
                    </a:ext>
                  </a:extLst>
                </a:gridCol>
                <a:gridCol w="2603501">
                  <a:extLst>
                    <a:ext uri="{9D8B030D-6E8A-4147-A177-3AD203B41FA5}">
                      <a16:colId xmlns:a16="http://schemas.microsoft.com/office/drawing/2014/main" val="42699372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Time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Execution Time (seconds)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8667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Linear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0.360903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2217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Binary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O(</a:t>
                      </a:r>
                      <a:r>
                        <a:rPr lang="en-US" sz="1400" dirty="0" err="1"/>
                        <a:t>logn</a:t>
                      </a:r>
                      <a:r>
                        <a:rPr lang="en-US" sz="14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0.000339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00772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1E08DA6-41C0-47E0-611D-2E917A2F799B}"/>
              </a:ext>
            </a:extLst>
          </p:cNvPr>
          <p:cNvSpPr txBox="1"/>
          <p:nvPr/>
        </p:nvSpPr>
        <p:spPr>
          <a:xfrm>
            <a:off x="641350" y="3515111"/>
            <a:ext cx="6553201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/>
              <a:t>Observation: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Binary search is orders of magnitude faster than linear search.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Changing the algorithm offers dramatic gains for large datasets.</a:t>
            </a:r>
            <a:endParaRPr lang="en-US" sz="1400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51278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E78167-52CC-A93E-562C-AF80A6589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1F54D96-711F-4FBB-3B13-609479275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AD12B6-ADB7-7A30-60CF-FF5085F3F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8357" y="770890"/>
            <a:ext cx="5995137" cy="1268984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dirty="0"/>
              <a:t>Technique 2 - Fast Data Structure Interfaces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6931B-C140-0198-A7E4-5FB9941CB9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8357" y="2160016"/>
            <a:ext cx="5995137" cy="360121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/>
              <a:t>Theoretical Background</a:t>
            </a:r>
          </a:p>
          <a:p>
            <a:pPr>
              <a:lnSpc>
                <a:spcPct val="150000"/>
              </a:lnSpc>
            </a:pPr>
            <a:r>
              <a:rPr lang="en-US" sz="1200" dirty="0"/>
              <a:t>Data structure choice is a critical design decision.</a:t>
            </a:r>
          </a:p>
          <a:p>
            <a:pPr>
              <a:lnSpc>
                <a:spcPct val="150000"/>
              </a:lnSpc>
            </a:pPr>
            <a:r>
              <a:rPr lang="en-US" sz="1200" b="1" dirty="0"/>
              <a:t>List (Dynamic Array): </a:t>
            </a:r>
            <a:r>
              <a:rPr lang="en-US" sz="1200" dirty="0"/>
              <a:t>Membership testing requires scanning the collection (O(n)).</a:t>
            </a:r>
          </a:p>
          <a:p>
            <a:pPr>
              <a:lnSpc>
                <a:spcPct val="150000"/>
              </a:lnSpc>
            </a:pPr>
            <a:r>
              <a:rPr lang="en-US" sz="1200" b="1" dirty="0"/>
              <a:t>Dictionary (Hash Table): </a:t>
            </a:r>
            <a:r>
              <a:rPr lang="en-US" sz="1200" dirty="0"/>
              <a:t>Membership testing provides average-case constant time (O(1)).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200" b="1" dirty="0"/>
              <a:t>Experimental Setup</a:t>
            </a:r>
          </a:p>
          <a:p>
            <a:pPr>
              <a:lnSpc>
                <a:spcPct val="150000"/>
              </a:lnSpc>
            </a:pPr>
            <a:r>
              <a:rPr lang="en-US" sz="1200" b="1" dirty="0"/>
              <a:t>Task: </a:t>
            </a:r>
            <a:r>
              <a:rPr lang="en-US" sz="1200" dirty="0"/>
              <a:t>Check for the existence of an element in a collection of 10,000,000 items.</a:t>
            </a:r>
          </a:p>
          <a:p>
            <a:pPr>
              <a:lnSpc>
                <a:spcPct val="150000"/>
              </a:lnSpc>
            </a:pPr>
            <a:r>
              <a:rPr lang="en-US" sz="1200" b="1" dirty="0"/>
              <a:t>Comparison: </a:t>
            </a:r>
            <a:r>
              <a:rPr lang="en-US" sz="1200" dirty="0"/>
              <a:t>List lookup using in operator vs. Dictionary lookup.</a:t>
            </a:r>
            <a:endParaRPr lang="en-US" sz="1000" dirty="0"/>
          </a:p>
        </p:txBody>
      </p:sp>
      <p:pic>
        <p:nvPicPr>
          <p:cNvPr id="8" name="Graphic 7" descr="Statistics">
            <a:extLst>
              <a:ext uri="{FF2B5EF4-FFF2-40B4-BE49-F238E27FC236}">
                <a16:creationId xmlns:a16="http://schemas.microsoft.com/office/drawing/2014/main" id="{CF32FCD5-24D1-723C-14C6-5566533C15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5046" y="683483"/>
            <a:ext cx="3698265" cy="3698265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DDE2B1A9-48A8-309B-EB9B-2B44AFC8D1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13" name="Freeform 37">
              <a:extLst>
                <a:ext uri="{FF2B5EF4-FFF2-40B4-BE49-F238E27FC236}">
                  <a16:creationId xmlns:a16="http://schemas.microsoft.com/office/drawing/2014/main" id="{2F51690B-8A13-8177-81AF-80039CA23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39">
              <a:extLst>
                <a:ext uri="{FF2B5EF4-FFF2-40B4-BE49-F238E27FC236}">
                  <a16:creationId xmlns:a16="http://schemas.microsoft.com/office/drawing/2014/main" id="{F4436FF9-5438-3443-B700-E543CB401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41">
              <a:extLst>
                <a:ext uri="{FF2B5EF4-FFF2-40B4-BE49-F238E27FC236}">
                  <a16:creationId xmlns:a16="http://schemas.microsoft.com/office/drawing/2014/main" id="{6884FDB8-9707-5E82-2CAD-F9E24371A7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42">
              <a:extLst>
                <a:ext uri="{FF2B5EF4-FFF2-40B4-BE49-F238E27FC236}">
                  <a16:creationId xmlns:a16="http://schemas.microsoft.com/office/drawing/2014/main" id="{D6350B62-C6FB-05B1-0A8B-AA9B40B921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3E12D15-7DBB-50D0-47F3-A3153E76A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0201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F7DFC-C23F-9522-DAC5-A4117EA80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D8A7B-3177-BB68-DDF2-B26C5892B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7335835" cy="655301"/>
          </a:xfrm>
        </p:spPr>
        <p:txBody>
          <a:bodyPr>
            <a:normAutofit fontScale="90000"/>
          </a:bodyPr>
          <a:lstStyle/>
          <a:p>
            <a:r>
              <a:rPr lang="en-US" dirty="0"/>
              <a:t>Technique 2 - Empirical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E5DA7-A3CC-2DFF-93C8-A42071835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1525393"/>
            <a:ext cx="7335835" cy="3852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Performance Data</a:t>
            </a:r>
          </a:p>
          <a:p>
            <a:pPr marL="0" indent="0">
              <a:buNone/>
            </a:pPr>
            <a:endParaRPr lang="en-US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C84EDF6-10D3-539E-8AC4-724986F6E3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46164"/>
              </p:ext>
            </p:extLst>
          </p:nvPr>
        </p:nvGraphicFramePr>
        <p:xfrm>
          <a:off x="641351" y="1983693"/>
          <a:ext cx="645795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7199">
                  <a:extLst>
                    <a:ext uri="{9D8B030D-6E8A-4147-A177-3AD203B41FA5}">
                      <a16:colId xmlns:a16="http://schemas.microsoft.com/office/drawing/2014/main" val="1277339138"/>
                    </a:ext>
                  </a:extLst>
                </a:gridCol>
                <a:gridCol w="2127250">
                  <a:extLst>
                    <a:ext uri="{9D8B030D-6E8A-4147-A177-3AD203B41FA5}">
                      <a16:colId xmlns:a16="http://schemas.microsoft.com/office/drawing/2014/main" val="2031792243"/>
                    </a:ext>
                  </a:extLst>
                </a:gridCol>
                <a:gridCol w="2603501">
                  <a:extLst>
                    <a:ext uri="{9D8B030D-6E8A-4147-A177-3AD203B41FA5}">
                      <a16:colId xmlns:a16="http://schemas.microsoft.com/office/drawing/2014/main" val="42699372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Data 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Time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Execution Time (seconds)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8667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0.232760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2217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Dictionary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0.000851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00772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72673CC-FA26-B5A3-E390-986AD4EB8747}"/>
              </a:ext>
            </a:extLst>
          </p:cNvPr>
          <p:cNvSpPr txBox="1"/>
          <p:nvPr/>
        </p:nvSpPr>
        <p:spPr>
          <a:xfrm>
            <a:off x="641350" y="3515111"/>
            <a:ext cx="6553201" cy="1456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Observation:</a:t>
            </a:r>
          </a:p>
          <a:p>
            <a:endParaRPr lang="en-US" sz="14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Dictionary key lookup is almost instantaneous.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Hash-based access provides a substantial advantage over linear scanning.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05566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5A95D8-3B26-1DC7-ED7F-FA06ADC38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269F59-6B39-4719-6B87-F76903E76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8357" y="770890"/>
            <a:ext cx="5995137" cy="126898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Technique 3 - Caching and </a:t>
            </a:r>
            <a:r>
              <a:rPr lang="en-US" dirty="0" err="1"/>
              <a:t>Memoization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10E63-0C5C-3CDF-2D3A-73C61EA6D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8357" y="2160016"/>
            <a:ext cx="5995137" cy="3601212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/>
              <a:t>Theoretical Background</a:t>
            </a:r>
          </a:p>
          <a:p>
            <a:pPr>
              <a:lnSpc>
                <a:spcPct val="150000"/>
              </a:lnSpc>
            </a:pPr>
            <a:r>
              <a:rPr lang="en-US" sz="1200" b="1" dirty="0" err="1"/>
              <a:t>Memoization</a:t>
            </a:r>
            <a:r>
              <a:rPr lang="en-US" sz="1200" b="1" dirty="0"/>
              <a:t>:</a:t>
            </a:r>
            <a:r>
              <a:rPr lang="en-US" sz="1200" dirty="0"/>
              <a:t> An optimization technique where results of expensive function calls are cached for reuse.</a:t>
            </a:r>
          </a:p>
          <a:p>
            <a:pPr>
              <a:lnSpc>
                <a:spcPct val="150000"/>
              </a:lnSpc>
            </a:pPr>
            <a:r>
              <a:rPr lang="en-US" sz="1200" b="1" dirty="0"/>
              <a:t>Goal:</a:t>
            </a:r>
            <a:r>
              <a:rPr lang="en-US" sz="1200" dirty="0"/>
              <a:t> Avoid redundant computation, specifically in recursive algorithms with overlapping subproblems.</a:t>
            </a:r>
          </a:p>
          <a:p>
            <a:pPr>
              <a:lnSpc>
                <a:spcPct val="150000"/>
              </a:lnSpc>
            </a:pPr>
            <a:r>
              <a:rPr lang="en-US" sz="1200" b="1" dirty="0"/>
              <a:t>Impact:</a:t>
            </a:r>
            <a:r>
              <a:rPr lang="en-US" sz="1200" dirty="0"/>
              <a:t> Can reduce complexity from exponential (O(2^n)) to linear (O(n)).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b="1" dirty="0"/>
              <a:t>Experimental Setup</a:t>
            </a:r>
          </a:p>
          <a:p>
            <a:pPr>
              <a:lnSpc>
                <a:spcPct val="150000"/>
              </a:lnSpc>
            </a:pPr>
            <a:r>
              <a:rPr lang="en-US" sz="1200" b="1" dirty="0"/>
              <a:t>Task: </a:t>
            </a:r>
            <a:r>
              <a:rPr lang="en-US" sz="1200" dirty="0"/>
              <a:t>Calculate the 35th Fibonacci number.</a:t>
            </a:r>
          </a:p>
          <a:p>
            <a:pPr>
              <a:lnSpc>
                <a:spcPct val="150000"/>
              </a:lnSpc>
            </a:pPr>
            <a:r>
              <a:rPr lang="en-US" sz="1200" b="1" dirty="0"/>
              <a:t>Comparison: </a:t>
            </a:r>
            <a:r>
              <a:rPr lang="en-US" sz="1200" dirty="0"/>
              <a:t>Naive Recursive function vs. </a:t>
            </a:r>
            <a:r>
              <a:rPr lang="en-US" sz="1200" dirty="0" err="1"/>
              <a:t>Memoized</a:t>
            </a:r>
            <a:r>
              <a:rPr lang="en-US" sz="1200" dirty="0"/>
              <a:t> Recursive function.</a:t>
            </a:r>
          </a:p>
        </p:txBody>
      </p:sp>
      <p:pic>
        <p:nvPicPr>
          <p:cNvPr id="8" name="Graphic 7" descr="Statistics">
            <a:extLst>
              <a:ext uri="{FF2B5EF4-FFF2-40B4-BE49-F238E27FC236}">
                <a16:creationId xmlns:a16="http://schemas.microsoft.com/office/drawing/2014/main" id="{543F32C1-D916-33BC-034D-77D56E264A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5046" y="683483"/>
            <a:ext cx="3698265" cy="3698265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97620302-BEE8-1447-8324-5F4178AA1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26" name="Freeform 37">
              <a:extLst>
                <a:ext uri="{FF2B5EF4-FFF2-40B4-BE49-F238E27FC236}">
                  <a16:creationId xmlns:a16="http://schemas.microsoft.com/office/drawing/2014/main" id="{075332F5-EA0C-8B40-ADC9-D024EBD771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 39">
              <a:extLst>
                <a:ext uri="{FF2B5EF4-FFF2-40B4-BE49-F238E27FC236}">
                  <a16:creationId xmlns:a16="http://schemas.microsoft.com/office/drawing/2014/main" id="{2619F114-DF39-F544-B487-5430D00E13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 41">
              <a:extLst>
                <a:ext uri="{FF2B5EF4-FFF2-40B4-BE49-F238E27FC236}">
                  <a16:creationId xmlns:a16="http://schemas.microsoft.com/office/drawing/2014/main" id="{5CDF6368-32C4-A64F-8D2E-11DE400CD9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 42">
              <a:extLst>
                <a:ext uri="{FF2B5EF4-FFF2-40B4-BE49-F238E27FC236}">
                  <a16:creationId xmlns:a16="http://schemas.microsoft.com/office/drawing/2014/main" id="{148F19D8-49E5-0945-BC17-56044D43D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8C50EA3-7CF1-9542-A21D-5B3EBACC5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8660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A5027-6F5A-A91A-E70E-0C51F3C3C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50047-9937-011F-D221-E619168D9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7335835" cy="655301"/>
          </a:xfrm>
        </p:spPr>
        <p:txBody>
          <a:bodyPr>
            <a:normAutofit fontScale="90000"/>
          </a:bodyPr>
          <a:lstStyle/>
          <a:p>
            <a:r>
              <a:rPr lang="en-US" dirty="0"/>
              <a:t>Technique 3 - Empirical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CCA50-DC9A-6CC1-8104-61B79CD73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1525393"/>
            <a:ext cx="7335835" cy="3852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Performance Data</a:t>
            </a:r>
          </a:p>
          <a:p>
            <a:pPr marL="0" indent="0">
              <a:buNone/>
            </a:pPr>
            <a:endParaRPr lang="en-US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CB9D3E6-0D92-C046-E733-8F74AB3676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5824392"/>
              </p:ext>
            </p:extLst>
          </p:nvPr>
        </p:nvGraphicFramePr>
        <p:xfrm>
          <a:off x="641350" y="1983693"/>
          <a:ext cx="7950201" cy="1259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5384">
                  <a:extLst>
                    <a:ext uri="{9D8B030D-6E8A-4147-A177-3AD203B41FA5}">
                      <a16:colId xmlns:a16="http://schemas.microsoft.com/office/drawing/2014/main" val="1277339138"/>
                    </a:ext>
                  </a:extLst>
                </a:gridCol>
                <a:gridCol w="1866375">
                  <a:extLst>
                    <a:ext uri="{9D8B030D-6E8A-4147-A177-3AD203B41FA5}">
                      <a16:colId xmlns:a16="http://schemas.microsoft.com/office/drawing/2014/main" val="2031792243"/>
                    </a:ext>
                  </a:extLst>
                </a:gridCol>
                <a:gridCol w="2284221">
                  <a:extLst>
                    <a:ext uri="{9D8B030D-6E8A-4147-A177-3AD203B41FA5}">
                      <a16:colId xmlns:a16="http://schemas.microsoft.com/office/drawing/2014/main" val="4269937226"/>
                    </a:ext>
                  </a:extLst>
                </a:gridCol>
                <a:gridCol w="2284221">
                  <a:extLst>
                    <a:ext uri="{9D8B030D-6E8A-4147-A177-3AD203B41FA5}">
                      <a16:colId xmlns:a16="http://schemas.microsoft.com/office/drawing/2014/main" val="6397710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Implementation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Time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Execution Time (seconds)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8667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Naive Recursive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O(2^n)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1.711189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9,227,465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2217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err="1"/>
                        <a:t>Memoized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0.00003590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9,227,465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00772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CAF866A-4E02-5F01-9526-DB827306FC35}"/>
              </a:ext>
            </a:extLst>
          </p:cNvPr>
          <p:cNvSpPr txBox="1"/>
          <p:nvPr/>
        </p:nvSpPr>
        <p:spPr>
          <a:xfrm>
            <a:off x="641350" y="3515111"/>
            <a:ext cx="6553201" cy="1456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Observation:</a:t>
            </a:r>
          </a:p>
          <a:p>
            <a:endParaRPr lang="en-US" sz="14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The naive approach is inefficient due to re-computation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err="1"/>
              <a:t>Memoization</a:t>
            </a:r>
            <a:r>
              <a:rPr lang="en-US" sz="1400" dirty="0"/>
              <a:t> transforms a computationally intensive task into a nearly instantaneous one.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48611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A00BDF4-7643-A942-A588-F24E4E09AA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90B25A21-16B9-8D47-928B-2367A0B8C0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E5E64190-3AC0-0A48-9917-5FAE935A8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47">
              <a:extLst>
                <a:ext uri="{FF2B5EF4-FFF2-40B4-BE49-F238E27FC236}">
                  <a16:creationId xmlns:a16="http://schemas.microsoft.com/office/drawing/2014/main" id="{AE71CDB8-B430-F14E-99C8-E6AAB8E21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 48">
              <a:extLst>
                <a:ext uri="{FF2B5EF4-FFF2-40B4-BE49-F238E27FC236}">
                  <a16:creationId xmlns:a16="http://schemas.microsoft.com/office/drawing/2014/main" id="{DCA37B0A-FCCC-7642-B70D-56AD50049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A38D052-2107-B17C-C2DF-3E6D929CF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4243" y="770890"/>
            <a:ext cx="6400999" cy="1268984"/>
          </a:xfrm>
        </p:spPr>
        <p:txBody>
          <a:bodyPr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797DA80C-59E2-8123-FA9C-DCAA70368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4243" y="2160016"/>
            <a:ext cx="6400999" cy="360121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/>
              <a:t>Algorithmic and data structure choices are critical to performance.</a:t>
            </a:r>
          </a:p>
          <a:p>
            <a:pPr>
              <a:lnSpc>
                <a:spcPct val="90000"/>
              </a:lnSpc>
            </a:pPr>
            <a:r>
              <a:rPr lang="en-US" sz="2200"/>
              <a:t>We observed performance improvements of several orders of magnitude across all three techniques.</a:t>
            </a:r>
          </a:p>
          <a:p>
            <a:pPr>
              <a:lnSpc>
                <a:spcPct val="90000"/>
              </a:lnSpc>
            </a:pPr>
            <a:r>
              <a:rPr lang="en-US" sz="2200" b="1"/>
              <a:t>Key Takeaway:</a:t>
            </a:r>
            <a:r>
              <a:rPr lang="en-US" sz="2200"/>
              <a:t> A solid understanding of these foundational techniques is essential for developing efficient, scalable software.</a:t>
            </a:r>
          </a:p>
          <a:p>
            <a:pPr>
              <a:lnSpc>
                <a:spcPct val="90000"/>
              </a:lnSpc>
            </a:pPr>
            <a:r>
              <a:rPr lang="en-US" sz="2200"/>
              <a:t>In HPC, these design choices have profound, practical consequences.</a:t>
            </a:r>
          </a:p>
        </p:txBody>
      </p:sp>
      <p:pic>
        <p:nvPicPr>
          <p:cNvPr id="38" name="Picture 37" descr="Top view of cubes connected with black lines">
            <a:extLst>
              <a:ext uri="{FF2B5EF4-FFF2-40B4-BE49-F238E27FC236}">
                <a16:creationId xmlns:a16="http://schemas.microsoft.com/office/drawing/2014/main" id="{1D4EE017-151D-837E-FF68-B99FA46E0B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494" r="19572"/>
          <a:stretch>
            <a:fillRect/>
          </a:stretch>
        </p:blipFill>
        <p:spPr>
          <a:xfrm>
            <a:off x="20" y="1"/>
            <a:ext cx="4657325" cy="6857999"/>
          </a:xfrm>
          <a:prstGeom prst="rect">
            <a:avLst/>
          </a:prstGeom>
        </p:spPr>
      </p:pic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F3CF3DF-4809-5B42-9F22-981391379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24243" y="6087110"/>
            <a:ext cx="640099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5721537"/>
      </p:ext>
    </p:extLst>
  </p:cSld>
  <p:clrMapOvr>
    <a:masterClrMapping/>
  </p:clrMapOvr>
</p:sld>
</file>

<file path=ppt/theme/theme1.xml><?xml version="1.0" encoding="utf-8"?>
<a:theme xmlns:a="http://schemas.openxmlformats.org/drawingml/2006/main" name="PunchcardVTI">
  <a:themeElements>
    <a:clrScheme name="Punchcard">
      <a:dk1>
        <a:srgbClr val="000000"/>
      </a:dk1>
      <a:lt1>
        <a:srgbClr val="FFFFFF"/>
      </a:lt1>
      <a:dk2>
        <a:srgbClr val="00224B"/>
      </a:dk2>
      <a:lt2>
        <a:srgbClr val="EFF0EF"/>
      </a:lt2>
      <a:accent1>
        <a:srgbClr val="00B2F3"/>
      </a:accent1>
      <a:accent2>
        <a:srgbClr val="0471CC"/>
      </a:accent2>
      <a:accent3>
        <a:srgbClr val="14BBA9"/>
      </a:accent3>
      <a:accent4>
        <a:srgbClr val="8BB93B"/>
      </a:accent4>
      <a:accent5>
        <a:srgbClr val="EC970C"/>
      </a:accent5>
      <a:accent6>
        <a:srgbClr val="F55822"/>
      </a:accent6>
      <a:hlink>
        <a:srgbClr val="008EE6"/>
      </a:hlink>
      <a:folHlink>
        <a:srgbClr val="808C8E"/>
      </a:folHlink>
    </a:clrScheme>
    <a:fontScheme name="Punchcard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unchcardVTI" id="{C7262591-AF98-8F48-B56D-6342D2439B1A}" vid="{261D9F73-974A-B14E-9EAF-4871CCA60BB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883</TotalTime>
  <Words>583</Words>
  <Application>Microsoft Office PowerPoint</Application>
  <PresentationFormat>Widescreen</PresentationFormat>
  <Paragraphs>96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Neue Haas Grotesk Text Pro</vt:lpstr>
      <vt:lpstr>Neue Haas Grotesk Text Pro (Body)</vt:lpstr>
      <vt:lpstr>PunchcardVTI</vt:lpstr>
      <vt:lpstr>A Study of Domain-Agnostic Optimization Techniques in High-Performance Computing </vt:lpstr>
      <vt:lpstr>Introduction</vt:lpstr>
      <vt:lpstr>Technique 1 - Reducing Asymptotic Complexity</vt:lpstr>
      <vt:lpstr>Technique 1 - Empirical Results</vt:lpstr>
      <vt:lpstr>Technique 2 - Fast Data Structure Interfaces</vt:lpstr>
      <vt:lpstr>Technique 2 - Empirical Results</vt:lpstr>
      <vt:lpstr>Technique 3 - Caching and Memoization</vt:lpstr>
      <vt:lpstr>Technique 3 - Empirical Results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Laxmikanth Oruganti</dc:creator>
  <cp:lastModifiedBy>Laxmikanth Oruganti</cp:lastModifiedBy>
  <cp:revision>1</cp:revision>
  <dcterms:created xsi:type="dcterms:W3CDTF">2025-12-12T03:20:53Z</dcterms:created>
  <dcterms:modified xsi:type="dcterms:W3CDTF">2025-12-12T18:04:24Z</dcterms:modified>
</cp:coreProperties>
</file>